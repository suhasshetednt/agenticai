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60" r:id="rId4"/>
  </p:sldMasterIdLst>
  <p:notesMasterIdLst>
    <p:notesMasterId r:id="rId10"/>
  </p:notesMasterIdLst>
  <p:sldIdLst>
    <p:sldId id="256" r:id="rId5"/>
    <p:sldId id="379" r:id="rId6"/>
    <p:sldId id="28249" r:id="rId7"/>
    <p:sldId id="28250" r:id="rId8"/>
    <p:sldId id="28251" r:id="rId9"/>
  </p:sldIdLst>
  <p:sldSz cx="9144000" cy="5143500" type="screen16x9"/>
  <p:notesSz cx="7104063" cy="102346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2E49843-87E9-9304-8FB4-C87FA8EAE8EF}" name="Conor Myers" initials="CM" userId="S::cmyers@aslaviationgroup.com::86ffbf68-3102-4e06-b923-c947402c90c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harles Graham" initials="CG" lastIdx="8" clrIdx="0">
    <p:extLst>
      <p:ext uri="{19B8F6BF-5375-455C-9EA6-DF929625EA0E}">
        <p15:presenceInfo xmlns:p15="http://schemas.microsoft.com/office/powerpoint/2012/main" userId="S::charles.graham@novus.aero::8c748426-25ba-4a85-992c-838025ee1c78" providerId="AD"/>
      </p:ext>
    </p:extLst>
  </p:cmAuthor>
  <p:cmAuthor id="2" name="Mark O'KELLY" initials="MO" lastIdx="6" clrIdx="1">
    <p:extLst>
      <p:ext uri="{19B8F6BF-5375-455C-9EA6-DF929625EA0E}">
        <p15:presenceInfo xmlns:p15="http://schemas.microsoft.com/office/powerpoint/2012/main" userId="S::MOKelly@aslaviationgroup.com::7198860e-5630-4698-95cc-358b2e90bb27" providerId="AD"/>
      </p:ext>
    </p:extLst>
  </p:cmAuthor>
  <p:cmAuthor id="3" name="Dave ANDREW" initials="DA" lastIdx="4" clrIdx="2">
    <p:extLst>
      <p:ext uri="{19B8F6BF-5375-455C-9EA6-DF929625EA0E}">
        <p15:presenceInfo xmlns:p15="http://schemas.microsoft.com/office/powerpoint/2012/main" userId="S::dandrew@aslaviationgroup.com::930c87c5-d554-45ea-ba08-5ff5fe81d8a6" providerId="AD"/>
      </p:ext>
    </p:extLst>
  </p:cmAuthor>
  <p:cmAuthor id="4" name="Conor Myers" initials="CM" lastIdx="9" clrIdx="3">
    <p:extLst>
      <p:ext uri="{19B8F6BF-5375-455C-9EA6-DF929625EA0E}">
        <p15:presenceInfo xmlns:p15="http://schemas.microsoft.com/office/powerpoint/2012/main" userId="S::cmyers@aslaviationgroup.com::86ffbf68-3102-4e06-b923-c947402c90c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E7F2"/>
    <a:srgbClr val="87D0F1"/>
    <a:srgbClr val="023873"/>
    <a:srgbClr val="4BACC6"/>
    <a:srgbClr val="BFBFBF"/>
    <a:srgbClr val="C7E9FD"/>
    <a:srgbClr val="F1F6FA"/>
    <a:srgbClr val="ED008C"/>
    <a:srgbClr val="595959"/>
    <a:srgbClr val="85CFF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E1DDC0-101F-48F2-A0CD-C99B8E6E4C81}" v="2" dt="2022-08-05T09:54:07.2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72" autoAdjust="0"/>
    <p:restoredTop sz="91865" autoAdjust="0"/>
  </p:normalViewPr>
  <p:slideViewPr>
    <p:cSldViewPr snapToGrid="0" snapToObjects="1">
      <p:cViewPr varScale="1">
        <p:scale>
          <a:sx n="84" d="100"/>
          <a:sy n="84" d="100"/>
        </p:scale>
        <p:origin x="1374" y="72"/>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8/10/relationships/authors" Target="author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en-IE" dirty="0"/>
          </a:p>
        </p:txBody>
      </p:sp>
      <p:sp>
        <p:nvSpPr>
          <p:cNvPr id="3" name="Date Placeholder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584D899D-6F0B-4089-8F36-0A48983AFEB6}" type="datetimeFigureOut">
              <a:rPr lang="en-IE" smtClean="0"/>
              <a:t>05/08/2022</a:t>
            </a:fld>
            <a:endParaRPr lang="en-IE" dirty="0"/>
          </a:p>
        </p:txBody>
      </p:sp>
      <p:sp>
        <p:nvSpPr>
          <p:cNvPr id="4" name="Slide Image Placehol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en-IE" dirty="0"/>
          </a:p>
        </p:txBody>
      </p:sp>
      <p:sp>
        <p:nvSpPr>
          <p:cNvPr id="5" name="Notes Placeholder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en-IE" dirty="0"/>
          </a:p>
        </p:txBody>
      </p:sp>
      <p:sp>
        <p:nvSpPr>
          <p:cNvPr id="7" name="Slide Number Placeholder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8D8319DB-83EB-41C1-AC0A-7B48BC81D911}" type="slidenum">
              <a:rPr lang="en-IE" smtClean="0"/>
              <a:t>‹#›</a:t>
            </a:fld>
            <a:endParaRPr lang="en-IE" dirty="0"/>
          </a:p>
        </p:txBody>
      </p:sp>
    </p:spTree>
    <p:extLst>
      <p:ext uri="{BB962C8B-B14F-4D97-AF65-F5344CB8AC3E}">
        <p14:creationId xmlns:p14="http://schemas.microsoft.com/office/powerpoint/2010/main" val="3672978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D8319DB-83EB-41C1-AC0A-7B48BC81D911}" type="slidenum">
              <a:rPr lang="en-IE" smtClean="0"/>
              <a:t>1</a:t>
            </a:fld>
            <a:endParaRPr lang="en-IE" dirty="0"/>
          </a:p>
        </p:txBody>
      </p:sp>
    </p:spTree>
    <p:extLst>
      <p:ext uri="{BB962C8B-B14F-4D97-AF65-F5344CB8AC3E}">
        <p14:creationId xmlns:p14="http://schemas.microsoft.com/office/powerpoint/2010/main" val="2795658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D8319DB-83EB-41C1-AC0A-7B48BC81D911}" type="slidenum">
              <a:rPr lang="en-IE" smtClean="0"/>
              <a:t>2</a:t>
            </a:fld>
            <a:endParaRPr lang="en-IE" dirty="0"/>
          </a:p>
        </p:txBody>
      </p:sp>
    </p:spTree>
    <p:extLst>
      <p:ext uri="{BB962C8B-B14F-4D97-AF65-F5344CB8AC3E}">
        <p14:creationId xmlns:p14="http://schemas.microsoft.com/office/powerpoint/2010/main" val="662131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D8319DB-83EB-41C1-AC0A-7B48BC81D911}" type="slidenum">
              <a:rPr lang="en-IE" smtClean="0"/>
              <a:t>3</a:t>
            </a:fld>
            <a:endParaRPr lang="en-IE" dirty="0"/>
          </a:p>
        </p:txBody>
      </p:sp>
    </p:spTree>
    <p:extLst>
      <p:ext uri="{BB962C8B-B14F-4D97-AF65-F5344CB8AC3E}">
        <p14:creationId xmlns:p14="http://schemas.microsoft.com/office/powerpoint/2010/main" val="1363521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D8319DB-83EB-41C1-AC0A-7B48BC81D911}" type="slidenum">
              <a:rPr lang="en-IE" smtClean="0"/>
              <a:t>4</a:t>
            </a:fld>
            <a:endParaRPr lang="en-IE" dirty="0"/>
          </a:p>
        </p:txBody>
      </p:sp>
    </p:spTree>
    <p:extLst>
      <p:ext uri="{BB962C8B-B14F-4D97-AF65-F5344CB8AC3E}">
        <p14:creationId xmlns:p14="http://schemas.microsoft.com/office/powerpoint/2010/main" val="3081103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D8319DB-83EB-41C1-AC0A-7B48BC81D911}" type="slidenum">
              <a:rPr lang="en-IE" smtClean="0"/>
              <a:t>5</a:t>
            </a:fld>
            <a:endParaRPr lang="en-IE" dirty="0"/>
          </a:p>
        </p:txBody>
      </p:sp>
    </p:spTree>
    <p:extLst>
      <p:ext uri="{BB962C8B-B14F-4D97-AF65-F5344CB8AC3E}">
        <p14:creationId xmlns:p14="http://schemas.microsoft.com/office/powerpoint/2010/main" val="39329316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descr="ASL2009 ASL Holdings PPT Template widescreen.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35879" cy="5143500"/>
          </a:xfrm>
          <a:prstGeom prst="rect">
            <a:avLst/>
          </a:prstGeom>
        </p:spPr>
      </p:pic>
      <p:sp>
        <p:nvSpPr>
          <p:cNvPr id="2" name="Title 1"/>
          <p:cNvSpPr>
            <a:spLocks noGrp="1"/>
          </p:cNvSpPr>
          <p:nvPr>
            <p:ph type="ctrTitle"/>
          </p:nvPr>
        </p:nvSpPr>
        <p:spPr>
          <a:xfrm>
            <a:off x="1010837" y="220174"/>
            <a:ext cx="7772400" cy="1102519"/>
          </a:xfrm>
        </p:spPr>
        <p:txBody>
          <a:bodyPr>
            <a:normAutofit/>
          </a:bodyPr>
          <a:lstStyle>
            <a:lvl1pPr algn="r">
              <a:defRPr sz="3600">
                <a:solidFill>
                  <a:schemeClr val="bg1"/>
                </a:solidFill>
              </a:defRPr>
            </a:lvl1pPr>
          </a:lstStyle>
          <a:p>
            <a:r>
              <a:rPr lang="en-GB"/>
              <a:t>Click to edit Master title style</a:t>
            </a:r>
            <a:endParaRPr lang="en-US" dirty="0"/>
          </a:p>
        </p:txBody>
      </p:sp>
      <p:sp>
        <p:nvSpPr>
          <p:cNvPr id="3" name="Subtitle 2"/>
          <p:cNvSpPr>
            <a:spLocks noGrp="1"/>
          </p:cNvSpPr>
          <p:nvPr>
            <p:ph type="subTitle" idx="1" hasCustomPrompt="1"/>
          </p:nvPr>
        </p:nvSpPr>
        <p:spPr>
          <a:xfrm>
            <a:off x="2382437" y="1485981"/>
            <a:ext cx="6400800" cy="1314450"/>
          </a:xfrm>
        </p:spPr>
        <p:txBody>
          <a:bodyPr>
            <a:normAutofit/>
          </a:bodyPr>
          <a:lstStyle>
            <a:lvl1pPr marL="0" indent="0" algn="r">
              <a:buNone/>
              <a:defRPr sz="24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dirty="0"/>
              <a:t>Click to edit </a:t>
            </a:r>
            <a:r>
              <a:rPr lang="en-GB" dirty="0" err="1"/>
              <a:t>Mastsubtitle</a:t>
            </a:r>
            <a:r>
              <a:rPr lang="en-GB" dirty="0"/>
              <a:t> style</a:t>
            </a:r>
            <a:endParaRPr lang="en-US" dirty="0"/>
          </a:p>
        </p:txBody>
      </p:sp>
    </p:spTree>
    <p:extLst>
      <p:ext uri="{BB962C8B-B14F-4D97-AF65-F5344CB8AC3E}">
        <p14:creationId xmlns:p14="http://schemas.microsoft.com/office/powerpoint/2010/main" val="1422528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23873"/>
                </a:solidFill>
              </a:defRPr>
            </a:lvl1pPr>
          </a:lstStyle>
          <a:p>
            <a:r>
              <a:rPr lang="en-GB" dirty="0"/>
              <a:t>Click to edit Master title style</a:t>
            </a:r>
            <a:endParaRPr lang="en-US" dirty="0"/>
          </a:p>
        </p:txBody>
      </p:sp>
      <p:sp>
        <p:nvSpPr>
          <p:cNvPr id="3" name="Content Placeholder 2"/>
          <p:cNvSpPr>
            <a:spLocks noGrp="1"/>
          </p:cNvSpPr>
          <p:nvPr>
            <p:ph idx="1"/>
          </p:nvPr>
        </p:nvSpPr>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p:cNvSpPr>
            <a:spLocks noGrp="1"/>
          </p:cNvSpPr>
          <p:nvPr>
            <p:ph type="dt" sz="half" idx="10"/>
          </p:nvPr>
        </p:nvSpPr>
        <p:spPr>
          <a:xfrm>
            <a:off x="457200" y="4767263"/>
            <a:ext cx="2133600" cy="273844"/>
          </a:xfrm>
          <a:prstGeom prst="rect">
            <a:avLst/>
          </a:prstGeom>
        </p:spPr>
        <p:txBody>
          <a:bodyPr/>
          <a:lstStyle/>
          <a:p>
            <a:fld id="{DA103AB6-89E4-F742-B566-B15BC97F5402}" type="datetimeFigureOut">
              <a:rPr lang="en-US" smtClean="0"/>
              <a:t>8/5/2022</a:t>
            </a:fld>
            <a:endParaRPr lang="en-US" dirty="0"/>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4767263"/>
            <a:ext cx="2133600" cy="273844"/>
          </a:xfrm>
          <a:prstGeom prst="rect">
            <a:avLst/>
          </a:prstGeom>
        </p:spPr>
        <p:txBody>
          <a:bodyPr/>
          <a:lstStyle/>
          <a:p>
            <a:fld id="{9211BEC9-0B16-C34E-BA95-D9A31F4593F1}" type="slidenum">
              <a:rPr lang="en-US" smtClean="0"/>
              <a:t>‹#›</a:t>
            </a:fld>
            <a:endParaRPr lang="en-US" dirty="0"/>
          </a:p>
        </p:txBody>
      </p:sp>
    </p:spTree>
    <p:extLst>
      <p:ext uri="{BB962C8B-B14F-4D97-AF65-F5344CB8AC3E}">
        <p14:creationId xmlns:p14="http://schemas.microsoft.com/office/powerpoint/2010/main" val="708750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2" name="Picture 1" descr="ASL2009 ASL Holdings PPT Template widescreen3.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21" y="0"/>
            <a:ext cx="9135879" cy="5143500"/>
          </a:xfrm>
          <a:prstGeom prst="rect">
            <a:avLst/>
          </a:prstGeom>
        </p:spPr>
      </p:pic>
    </p:spTree>
    <p:extLst>
      <p:ext uri="{BB962C8B-B14F-4D97-AF65-F5344CB8AC3E}">
        <p14:creationId xmlns:p14="http://schemas.microsoft.com/office/powerpoint/2010/main" val="28237163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176892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023691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852359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3024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04788"/>
            <a:ext cx="5111750" cy="4389835"/>
          </a:xfrm>
        </p:spPr>
        <p:txBody>
          <a:bodyPr>
            <a:normAutofit/>
          </a:bodyPr>
          <a:lstStyle>
            <a:lvl1pPr>
              <a:defRPr sz="1200"/>
            </a:lvl1pPr>
            <a:lvl2pPr>
              <a:defRPr sz="1200"/>
            </a:lvl2pPr>
            <a:lvl3pPr>
              <a:defRPr sz="1200"/>
            </a:lvl3pPr>
            <a:lvl4pPr>
              <a:defRPr sz="1200"/>
            </a:lvl4pPr>
            <a:lvl5pPr>
              <a:defRPr sz="12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Tree>
    <p:extLst>
      <p:ext uri="{BB962C8B-B14F-4D97-AF65-F5344CB8AC3E}">
        <p14:creationId xmlns:p14="http://schemas.microsoft.com/office/powerpoint/2010/main" val="2490922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Drag picture to placeholder or click icon to add</a:t>
            </a:r>
            <a:endParaRPr lang="en-US" dirty="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Tree>
    <p:extLst>
      <p:ext uri="{BB962C8B-B14F-4D97-AF65-F5344CB8AC3E}">
        <p14:creationId xmlns:p14="http://schemas.microsoft.com/office/powerpoint/2010/main" val="213938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6173227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1" y="205979"/>
            <a:ext cx="1368411" cy="4388644"/>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6804511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0A131A0A-AA86-492E-A474-5D7107069998}"/>
              </a:ext>
            </a:extLst>
          </p:cNvPr>
          <p:cNvSpPr>
            <a:spLocks noGrp="1"/>
          </p:cNvSpPr>
          <p:nvPr>
            <p:ph type="ctrTitle"/>
          </p:nvPr>
        </p:nvSpPr>
        <p:spPr>
          <a:xfrm>
            <a:off x="979098" y="1405400"/>
            <a:ext cx="7772400" cy="826889"/>
          </a:xfrm>
        </p:spPr>
        <p:txBody>
          <a:bodyPr/>
          <a:lstStyle>
            <a:lvl1pPr>
              <a:defRPr>
                <a:solidFill>
                  <a:srgbClr val="023772"/>
                </a:solidFill>
              </a:defRPr>
            </a:lvl1pPr>
          </a:lstStyle>
          <a:p>
            <a:r>
              <a:rPr lang="en-GB" dirty="0"/>
              <a:t>Click to edit Master title style</a:t>
            </a:r>
            <a:endParaRPr lang="en-US" dirty="0"/>
          </a:p>
        </p:txBody>
      </p:sp>
      <p:sp>
        <p:nvSpPr>
          <p:cNvPr id="4" name="Subtitle 2">
            <a:extLst>
              <a:ext uri="{FF2B5EF4-FFF2-40B4-BE49-F238E27FC236}">
                <a16:creationId xmlns:a16="http://schemas.microsoft.com/office/drawing/2014/main" id="{BCF48FFE-A0AE-4F02-930D-C42AE4E92517}"/>
              </a:ext>
            </a:extLst>
          </p:cNvPr>
          <p:cNvSpPr>
            <a:spLocks noGrp="1"/>
          </p:cNvSpPr>
          <p:nvPr>
            <p:ph type="subTitle" idx="1"/>
          </p:nvPr>
        </p:nvSpPr>
        <p:spPr>
          <a:xfrm>
            <a:off x="1664898" y="2393021"/>
            <a:ext cx="6400800" cy="985838"/>
          </a:xfrm>
          <a:prstGeom prst="rect">
            <a:avLst/>
          </a:prstGeom>
        </p:spPr>
        <p:txBody>
          <a:bodyPr/>
          <a:lstStyle>
            <a:lvl1pPr marL="0" indent="0" algn="ctr">
              <a:buNone/>
              <a:defRPr>
                <a:solidFill>
                  <a:schemeClr val="accent1">
                    <a:lumMod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dirty="0"/>
              <a:t>Click to edit Master subtitle style</a:t>
            </a:r>
            <a:endParaRPr lang="en-US" dirty="0"/>
          </a:p>
        </p:txBody>
      </p:sp>
      <p:sp>
        <p:nvSpPr>
          <p:cNvPr id="5" name="Slide Number Placeholder 4">
            <a:extLst>
              <a:ext uri="{FF2B5EF4-FFF2-40B4-BE49-F238E27FC236}">
                <a16:creationId xmlns:a16="http://schemas.microsoft.com/office/drawing/2014/main" id="{CFFC41D5-AB80-49B5-8460-0228C7EDB2BC}"/>
              </a:ext>
            </a:extLst>
          </p:cNvPr>
          <p:cNvSpPr>
            <a:spLocks noGrp="1"/>
          </p:cNvSpPr>
          <p:nvPr>
            <p:ph type="sldNum" sz="quarter" idx="4"/>
          </p:nvPr>
        </p:nvSpPr>
        <p:spPr>
          <a:xfrm>
            <a:off x="6941389" y="4767263"/>
            <a:ext cx="1322717" cy="273844"/>
          </a:xfrm>
          <a:prstGeom prst="rect">
            <a:avLst/>
          </a:prstGeom>
        </p:spPr>
        <p:txBody>
          <a:bodyPr anchor="b"/>
          <a:lstStyle>
            <a:lvl1pPr algn="r">
              <a:defRPr sz="900">
                <a:solidFill>
                  <a:schemeClr val="bg1">
                    <a:lumMod val="85000"/>
                  </a:schemeClr>
                </a:solidFill>
              </a:defRPr>
            </a:lvl1pPr>
          </a:lstStyle>
          <a:p>
            <a:fld id="{798302D4-B4EC-E045-A0E2-89FF6CBFDBFC}" type="slidenum">
              <a:rPr lang="en-US" smtClean="0"/>
              <a:pPr/>
              <a:t>‹#›</a:t>
            </a:fld>
            <a:endParaRPr lang="en-US" dirty="0"/>
          </a:p>
        </p:txBody>
      </p:sp>
    </p:spTree>
    <p:extLst>
      <p:ext uri="{BB962C8B-B14F-4D97-AF65-F5344CB8AC3E}">
        <p14:creationId xmlns:p14="http://schemas.microsoft.com/office/powerpoint/2010/main" val="773456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descr="ASL2009 ASL Holdings PPT Template widescreen2.jp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8121" y="0"/>
            <a:ext cx="9135879" cy="5143500"/>
          </a:xfrm>
          <a:prstGeom prst="rect">
            <a:avLst/>
          </a:prstGeom>
        </p:spPr>
      </p:pic>
      <p:sp>
        <p:nvSpPr>
          <p:cNvPr id="2" name="Title Placeholder 1"/>
          <p:cNvSpPr>
            <a:spLocks noGrp="1"/>
          </p:cNvSpPr>
          <p:nvPr>
            <p:ph type="title"/>
          </p:nvPr>
        </p:nvSpPr>
        <p:spPr>
          <a:xfrm>
            <a:off x="457200" y="205979"/>
            <a:ext cx="8229600" cy="514027"/>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37356109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457200" rtl="0" eaLnBrk="1" latinLnBrk="0" hangingPunct="1">
        <a:spcBef>
          <a:spcPct val="0"/>
        </a:spcBef>
        <a:buNone/>
        <a:defRPr sz="2800" kern="1200">
          <a:solidFill>
            <a:srgbClr val="023873"/>
          </a:solidFill>
          <a:latin typeface="+mj-lt"/>
          <a:ea typeface="+mj-ea"/>
          <a:cs typeface="+mj-cs"/>
        </a:defRPr>
      </a:lvl1pPr>
    </p:titleStyle>
    <p:bodyStyle>
      <a:lvl1pPr marL="342900" indent="-342900" algn="l" defTabSz="457200" rtl="0" eaLnBrk="1" latinLnBrk="0" hangingPunct="1">
        <a:spcBef>
          <a:spcPct val="20000"/>
        </a:spcBef>
        <a:buFont typeface="Arial"/>
        <a:buChar char="•"/>
        <a:defRPr sz="1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10837" y="158952"/>
            <a:ext cx="7772400" cy="1102519"/>
          </a:xfrm>
        </p:spPr>
        <p:txBody>
          <a:bodyPr>
            <a:normAutofit/>
          </a:bodyPr>
          <a:lstStyle/>
          <a:p>
            <a:r>
              <a:rPr lang="en-US" dirty="0"/>
              <a:t>ASL Aviation Group</a:t>
            </a:r>
          </a:p>
        </p:txBody>
      </p:sp>
      <p:sp>
        <p:nvSpPr>
          <p:cNvPr id="3" name="Subtitle 2"/>
          <p:cNvSpPr>
            <a:spLocks noGrp="1"/>
          </p:cNvSpPr>
          <p:nvPr>
            <p:ph type="subTitle" idx="1"/>
          </p:nvPr>
        </p:nvSpPr>
        <p:spPr>
          <a:xfrm>
            <a:off x="304801" y="2239002"/>
            <a:ext cx="7906326" cy="1314450"/>
          </a:xfrm>
        </p:spPr>
        <p:txBody>
          <a:bodyPr>
            <a:normAutofit/>
          </a:bodyPr>
          <a:lstStyle/>
          <a:p>
            <a:pPr algn="l"/>
            <a:r>
              <a:rPr lang="en-IE" sz="2800" dirty="0">
                <a:effectLst/>
                <a:latin typeface="Calibri" panose="020F0502020204030204" pitchFamily="34" charset="0"/>
                <a:ea typeface="Calibri" panose="020F0502020204030204" pitchFamily="34" charset="0"/>
              </a:rPr>
              <a:t>Reporting Rules</a:t>
            </a:r>
          </a:p>
        </p:txBody>
      </p:sp>
      <p:sp>
        <p:nvSpPr>
          <p:cNvPr id="4" name="TextBox 3">
            <a:extLst>
              <a:ext uri="{FF2B5EF4-FFF2-40B4-BE49-F238E27FC236}">
                <a16:creationId xmlns:a16="http://schemas.microsoft.com/office/drawing/2014/main" id="{62F85EB6-5734-4895-8108-7B46829DB018}"/>
              </a:ext>
            </a:extLst>
          </p:cNvPr>
          <p:cNvSpPr txBox="1"/>
          <p:nvPr/>
        </p:nvSpPr>
        <p:spPr>
          <a:xfrm>
            <a:off x="6816436" y="3376810"/>
            <a:ext cx="2253128" cy="369332"/>
          </a:xfrm>
          <a:prstGeom prst="rect">
            <a:avLst/>
          </a:prstGeom>
          <a:noFill/>
        </p:spPr>
        <p:txBody>
          <a:bodyPr wrap="square" rtlCol="0">
            <a:spAutoFit/>
          </a:bodyPr>
          <a:lstStyle/>
          <a:p>
            <a:pPr algn="r"/>
            <a:r>
              <a:rPr lang="en-IE" dirty="0">
                <a:solidFill>
                  <a:schemeClr val="bg1"/>
                </a:solidFill>
              </a:rPr>
              <a:t>26</a:t>
            </a:r>
            <a:r>
              <a:rPr lang="en-IE" baseline="30000" dirty="0">
                <a:solidFill>
                  <a:schemeClr val="bg1"/>
                </a:solidFill>
              </a:rPr>
              <a:t>th</a:t>
            </a:r>
            <a:r>
              <a:rPr lang="en-IE" dirty="0">
                <a:solidFill>
                  <a:schemeClr val="bg1"/>
                </a:solidFill>
              </a:rPr>
              <a:t> April 2022</a:t>
            </a:r>
          </a:p>
        </p:txBody>
      </p:sp>
    </p:spTree>
    <p:extLst>
      <p:ext uri="{BB962C8B-B14F-4D97-AF65-F5344CB8AC3E}">
        <p14:creationId xmlns:p14="http://schemas.microsoft.com/office/powerpoint/2010/main" val="3974166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CD7DEEA-A253-49A4-B8B7-3D5E9927C054}"/>
              </a:ext>
            </a:extLst>
          </p:cNvPr>
          <p:cNvSpPr txBox="1">
            <a:spLocks/>
          </p:cNvSpPr>
          <p:nvPr/>
        </p:nvSpPr>
        <p:spPr>
          <a:xfrm>
            <a:off x="685800" y="284387"/>
            <a:ext cx="7772400" cy="575871"/>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kern="1200">
                <a:solidFill>
                  <a:srgbClr val="023772"/>
                </a:solidFill>
                <a:latin typeface="+mj-lt"/>
                <a:ea typeface="+mj-ea"/>
                <a:cs typeface="+mj-cs"/>
              </a:defRPr>
            </a:lvl1pPr>
          </a:lstStyle>
          <a:p>
            <a:r>
              <a:rPr lang="en-IE" dirty="0"/>
              <a:t>Background</a:t>
            </a:r>
          </a:p>
        </p:txBody>
      </p:sp>
      <p:sp>
        <p:nvSpPr>
          <p:cNvPr id="7" name="Rectangle: Rounded Corners 6">
            <a:extLst>
              <a:ext uri="{FF2B5EF4-FFF2-40B4-BE49-F238E27FC236}">
                <a16:creationId xmlns:a16="http://schemas.microsoft.com/office/drawing/2014/main" id="{24440C74-3748-416D-8C5A-B98BF2BC4755}"/>
              </a:ext>
            </a:extLst>
          </p:cNvPr>
          <p:cNvSpPr/>
          <p:nvPr/>
        </p:nvSpPr>
        <p:spPr>
          <a:xfrm>
            <a:off x="827314" y="860258"/>
            <a:ext cx="7553426" cy="948374"/>
          </a:xfrm>
          <a:prstGeom prst="roundRect">
            <a:avLst/>
          </a:prstGeom>
          <a:solidFill>
            <a:srgbClr val="F1F6FA"/>
          </a:solidFill>
          <a:ln>
            <a:solidFill>
              <a:srgbClr val="F1F6FA"/>
            </a:solidFill>
          </a:ln>
        </p:spPr>
        <p:style>
          <a:lnRef idx="1">
            <a:schemeClr val="accent1"/>
          </a:lnRef>
          <a:fillRef idx="3">
            <a:schemeClr val="accent1"/>
          </a:fillRef>
          <a:effectRef idx="2">
            <a:schemeClr val="accent1"/>
          </a:effectRef>
          <a:fontRef idx="minor">
            <a:schemeClr val="lt1"/>
          </a:fontRef>
        </p:style>
        <p:txBody>
          <a:bodyPr rtlCol="0" anchor="t"/>
          <a:lstStyle/>
          <a:p>
            <a:r>
              <a:rPr lang="en-GB" sz="1400" b="1" dirty="0">
                <a:solidFill>
                  <a:schemeClr val="tx1"/>
                </a:solidFill>
              </a:rPr>
              <a:t>Objective: </a:t>
            </a:r>
            <a:r>
              <a:rPr lang="en-GB" sz="1400" dirty="0">
                <a:solidFill>
                  <a:schemeClr val="tx1"/>
                </a:solidFill>
              </a:rPr>
              <a:t>A key objective of Reporting is to provide timely, accurate and understandable information that leads to better decisions. This guide describes the acceptable format for presenting analysis to make it as “understandable” as possible</a:t>
            </a:r>
          </a:p>
          <a:p>
            <a:endParaRPr lang="en-GB" sz="1400" dirty="0">
              <a:solidFill>
                <a:schemeClr val="tx1"/>
              </a:solidFill>
            </a:endParaRPr>
          </a:p>
        </p:txBody>
      </p:sp>
      <p:sp>
        <p:nvSpPr>
          <p:cNvPr id="9" name="TextBox 8">
            <a:extLst>
              <a:ext uri="{FF2B5EF4-FFF2-40B4-BE49-F238E27FC236}">
                <a16:creationId xmlns:a16="http://schemas.microsoft.com/office/drawing/2014/main" id="{D987C251-37DD-4D3F-A7CF-CB9B5BE53EAC}"/>
              </a:ext>
            </a:extLst>
          </p:cNvPr>
          <p:cNvSpPr txBox="1"/>
          <p:nvPr/>
        </p:nvSpPr>
        <p:spPr>
          <a:xfrm>
            <a:off x="827314" y="1994443"/>
            <a:ext cx="7553426" cy="2092881"/>
          </a:xfrm>
          <a:prstGeom prst="rect">
            <a:avLst/>
          </a:prstGeom>
          <a:noFill/>
        </p:spPr>
        <p:txBody>
          <a:bodyPr wrap="square">
            <a:spAutoFit/>
          </a:bodyPr>
          <a:lstStyle/>
          <a:p>
            <a:pPr marL="342900" lvl="2" indent="-342900">
              <a:buSzPct val="100000"/>
              <a:buFont typeface="+mj-lt"/>
              <a:buAutoNum type="arabicPeriod"/>
            </a:pPr>
            <a:r>
              <a:rPr lang="en-GB" sz="1000" dirty="0"/>
              <a:t>Use sensible, intelligent file names and folder organisation. We use </a:t>
            </a:r>
            <a:r>
              <a:rPr lang="en-GB" sz="1000" dirty="0" err="1"/>
              <a:t>yyyy_mm_dd_</a:t>
            </a:r>
            <a:r>
              <a:rPr lang="en-GB" sz="1000" i="1" dirty="0" err="1"/>
              <a:t>name</a:t>
            </a:r>
            <a:r>
              <a:rPr lang="en-GB" sz="1000" i="1" dirty="0"/>
              <a:t> of </a:t>
            </a:r>
            <a:r>
              <a:rPr lang="en-GB" sz="1000" i="1" dirty="0" err="1"/>
              <a:t>report</a:t>
            </a:r>
            <a:r>
              <a:rPr lang="en-GB" sz="1000" dirty="0" err="1"/>
              <a:t>_</a:t>
            </a:r>
            <a:r>
              <a:rPr lang="en-GB" sz="1000" i="1" dirty="0" err="1"/>
              <a:t>company</a:t>
            </a:r>
            <a:r>
              <a:rPr lang="en-GB" sz="1000" dirty="0"/>
              <a:t> (where applicable)</a:t>
            </a:r>
          </a:p>
          <a:p>
            <a:pPr marL="342900" lvl="2" indent="-342900">
              <a:buSzPct val="100000"/>
              <a:buFont typeface="+mj-lt"/>
              <a:buAutoNum type="arabicPeriod"/>
            </a:pPr>
            <a:r>
              <a:rPr lang="en-GB" sz="1000" dirty="0">
                <a:solidFill>
                  <a:schemeClr val="dk1"/>
                </a:solidFill>
              </a:rPr>
              <a:t>Do not save multiple versions of the same file in the working folder - any superseded files should be clearly labelled and moved to an "Archive" folder</a:t>
            </a:r>
          </a:p>
          <a:p>
            <a:pPr marL="342900" lvl="2" indent="-342900">
              <a:buSzPct val="100000"/>
              <a:buFont typeface="+mj-lt"/>
              <a:buAutoNum type="arabicPeriod"/>
            </a:pPr>
            <a:r>
              <a:rPr lang="en-GB" sz="1000" dirty="0">
                <a:solidFill>
                  <a:schemeClr val="dk1"/>
                </a:solidFill>
              </a:rPr>
              <a:t>Use consistent formats to avoid confusion </a:t>
            </a:r>
          </a:p>
          <a:p>
            <a:pPr marL="342900" lvl="2" indent="-342900">
              <a:buSzPct val="100000"/>
              <a:buFont typeface="+mj-lt"/>
              <a:buAutoNum type="arabicPeriod"/>
            </a:pPr>
            <a:r>
              <a:rPr lang="en-GB" sz="1000" dirty="0">
                <a:solidFill>
                  <a:schemeClr val="dk1"/>
                </a:solidFill>
              </a:rPr>
              <a:t>Ensure numbers presented in your report tie into any other related reports (or versions) - any differences should be reconciled and disclosed</a:t>
            </a:r>
          </a:p>
          <a:p>
            <a:pPr marL="342900" lvl="2" indent="-342900" fontAlgn="t">
              <a:buSzPct val="100000"/>
              <a:buFont typeface="+mj-lt"/>
              <a:buAutoNum type="arabicPeriod"/>
            </a:pPr>
            <a:r>
              <a:rPr lang="en-GB" sz="1000" dirty="0">
                <a:solidFill>
                  <a:schemeClr val="dk1"/>
                </a:solidFill>
              </a:rPr>
              <a:t>Design intelligent, intelligible formulas:</a:t>
            </a:r>
          </a:p>
          <a:p>
            <a:pPr marL="522900" lvl="3" indent="-342900" fontAlgn="t">
              <a:buSzPct val="100000"/>
              <a:buFont typeface="+mj-lt"/>
              <a:buAutoNum type="alphaLcPeriod"/>
            </a:pPr>
            <a:r>
              <a:rPr lang="en-GB" sz="1000" dirty="0">
                <a:solidFill>
                  <a:schemeClr val="dk1"/>
                </a:solidFill>
              </a:rPr>
              <a:t>Avoid constants – any piece of raw data should appear in a clearly highlighted "Input" section of the spreadsheet</a:t>
            </a:r>
          </a:p>
          <a:p>
            <a:pPr marL="522900" lvl="3" indent="-342900" fontAlgn="t">
              <a:buSzPct val="100000"/>
              <a:buFont typeface="+mj-lt"/>
              <a:buAutoNum type="alphaLcPeriod"/>
            </a:pPr>
            <a:r>
              <a:rPr lang="en-GB" sz="1000" dirty="0">
                <a:solidFill>
                  <a:schemeClr val="dk1"/>
                </a:solidFill>
              </a:rPr>
              <a:t>Avoid hidden cells; instead put the information in a different part of the worksheet (and "group" if necessary)</a:t>
            </a:r>
          </a:p>
          <a:p>
            <a:pPr marL="522900" lvl="3" indent="-342900" fontAlgn="t">
              <a:buSzPct val="100000"/>
              <a:buFont typeface="+mj-lt"/>
              <a:buAutoNum type="alphaLcPeriod"/>
            </a:pPr>
            <a:r>
              <a:rPr lang="en-GB" sz="1000" dirty="0">
                <a:solidFill>
                  <a:schemeClr val="dk1"/>
                </a:solidFill>
              </a:rPr>
              <a:t>Minimise references to cells outside the current worksheet</a:t>
            </a:r>
          </a:p>
          <a:p>
            <a:pPr marL="522900" lvl="3" indent="-342900" fontAlgn="t">
              <a:buSzPct val="100000"/>
              <a:buFont typeface="+mj-lt"/>
              <a:buAutoNum type="alphaLcPeriod"/>
            </a:pPr>
            <a:r>
              <a:rPr lang="en-GB" sz="1000" dirty="0">
                <a:solidFill>
                  <a:schemeClr val="dk1"/>
                </a:solidFill>
              </a:rPr>
              <a:t>Add "checks" to the workbook to ensure all tables tie into each other</a:t>
            </a:r>
          </a:p>
          <a:p>
            <a:pPr marL="522900" lvl="3" indent="-342900" fontAlgn="t">
              <a:buSzPct val="100000"/>
              <a:buFont typeface="+mj-lt"/>
              <a:buAutoNum type="alphaLcPeriod"/>
            </a:pPr>
            <a:r>
              <a:rPr lang="en-GB" sz="1000" dirty="0">
                <a:solidFill>
                  <a:schemeClr val="dk1"/>
                </a:solidFill>
              </a:rPr>
              <a:t>Document your work clearly: this will make it easier to re-familiarise yourself with the file in the future, or for someone else to pick up if required</a:t>
            </a:r>
          </a:p>
        </p:txBody>
      </p:sp>
    </p:spTree>
    <p:extLst>
      <p:ext uri="{BB962C8B-B14F-4D97-AF65-F5344CB8AC3E}">
        <p14:creationId xmlns:p14="http://schemas.microsoft.com/office/powerpoint/2010/main" val="1977334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CD7DEEA-A253-49A4-B8B7-3D5E9927C054}"/>
              </a:ext>
            </a:extLst>
          </p:cNvPr>
          <p:cNvSpPr txBox="1">
            <a:spLocks/>
          </p:cNvSpPr>
          <p:nvPr/>
        </p:nvSpPr>
        <p:spPr>
          <a:xfrm>
            <a:off x="685800" y="284387"/>
            <a:ext cx="7772400" cy="575871"/>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kern="1200">
                <a:solidFill>
                  <a:srgbClr val="023772"/>
                </a:solidFill>
                <a:latin typeface="+mj-lt"/>
                <a:ea typeface="+mj-ea"/>
                <a:cs typeface="+mj-cs"/>
              </a:defRPr>
            </a:lvl1pPr>
          </a:lstStyle>
          <a:p>
            <a:r>
              <a:rPr lang="en-IE" dirty="0"/>
              <a:t>General Formatting Rules &amp; Approaches</a:t>
            </a:r>
          </a:p>
        </p:txBody>
      </p:sp>
      <p:sp>
        <p:nvSpPr>
          <p:cNvPr id="6" name="Content Placeholder 2">
            <a:extLst>
              <a:ext uri="{FF2B5EF4-FFF2-40B4-BE49-F238E27FC236}">
                <a16:creationId xmlns:a16="http://schemas.microsoft.com/office/drawing/2014/main" id="{A9A07BB6-3FB5-4F5D-921B-4F8C95C2CA6B}"/>
              </a:ext>
            </a:extLst>
          </p:cNvPr>
          <p:cNvSpPr txBox="1">
            <a:spLocks/>
          </p:cNvSpPr>
          <p:nvPr/>
        </p:nvSpPr>
        <p:spPr>
          <a:xfrm>
            <a:off x="306388" y="1150615"/>
            <a:ext cx="8837612" cy="3011810"/>
          </a:xfrm>
          <a:prstGeom prst="rect">
            <a:avLst/>
          </a:prstGeom>
        </p:spPr>
        <p:txBody>
          <a:bodyPr/>
          <a:lstStyle>
            <a:lvl1pPr marL="342900" indent="-342900" algn="l" defTabSz="457200" rtl="0" eaLnBrk="1" latinLnBrk="0" hangingPunct="1">
              <a:spcBef>
                <a:spcPct val="20000"/>
              </a:spcBef>
              <a:buFont typeface="Arial"/>
              <a:buChar char="•"/>
              <a:defRPr sz="1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lvl="2" indent="-342900" fontAlgn="t">
              <a:buSzPct val="100000"/>
              <a:buFont typeface="+mj-lt"/>
              <a:buAutoNum type="arabicPeriod"/>
            </a:pPr>
            <a:r>
              <a:rPr lang="en-GB" sz="1100" dirty="0">
                <a:solidFill>
                  <a:schemeClr val="dk1"/>
                </a:solidFill>
              </a:rPr>
              <a:t>Don’t over use visual effects for any reason other than clarifying, distinguishing, or adding meaning to information</a:t>
            </a:r>
          </a:p>
          <a:p>
            <a:pPr marL="342900" lvl="2" indent="-342900" fontAlgn="t">
              <a:buSzPct val="100000"/>
              <a:buFont typeface="+mj-lt"/>
              <a:buAutoNum type="arabicPeriod"/>
            </a:pPr>
            <a:r>
              <a:rPr lang="en-GB" sz="1100" dirty="0">
                <a:solidFill>
                  <a:schemeClr val="dk1"/>
                </a:solidFill>
              </a:rPr>
              <a:t>Column's including numbers should always be right justified, and never centre aligned - this helps the audience to visually identify significant numbers with ease</a:t>
            </a:r>
          </a:p>
          <a:p>
            <a:pPr marL="342900" lvl="2" indent="-342900" fontAlgn="t">
              <a:buSzPct val="100000"/>
              <a:buFont typeface="+mj-lt"/>
              <a:buAutoNum type="arabicPeriod"/>
            </a:pPr>
            <a:r>
              <a:rPr lang="en-GB" sz="1100" dirty="0">
                <a:solidFill>
                  <a:schemeClr val="dk1"/>
                </a:solidFill>
              </a:rPr>
              <a:t>Never present numbers without context i.e. prior period comparisons. Ensure that </a:t>
            </a:r>
            <a:r>
              <a:rPr lang="en-GB" sz="1100" dirty="0" err="1">
                <a:solidFill>
                  <a:schemeClr val="dk1"/>
                </a:solidFill>
              </a:rPr>
              <a:t>comparables</a:t>
            </a:r>
            <a:r>
              <a:rPr lang="en-GB" sz="1100" dirty="0">
                <a:solidFill>
                  <a:schemeClr val="dk1"/>
                </a:solidFill>
              </a:rPr>
              <a:t> are always lined up</a:t>
            </a:r>
          </a:p>
          <a:p>
            <a:pPr marL="342900" lvl="2" indent="-342900" fontAlgn="t">
              <a:buSzPct val="100000"/>
              <a:buFont typeface="+mj-lt"/>
              <a:buAutoNum type="arabicPeriod"/>
            </a:pPr>
            <a:r>
              <a:rPr lang="en-GB" sz="1100" dirty="0">
                <a:solidFill>
                  <a:schemeClr val="dk1"/>
                </a:solidFill>
              </a:rPr>
              <a:t>Never present a slide where the font is too small to read the numbers – it takes hard work, clear thought and discipline to select the precise information that should appear in a limited space and omit the rest</a:t>
            </a:r>
          </a:p>
          <a:p>
            <a:pPr marL="342900" lvl="2" indent="-342900" fontAlgn="t">
              <a:buSzPct val="100000"/>
              <a:buFont typeface="+mj-lt"/>
              <a:buAutoNum type="arabicPeriod"/>
            </a:pPr>
            <a:r>
              <a:rPr lang="en-GB" sz="1100" dirty="0">
                <a:solidFill>
                  <a:schemeClr val="dk1"/>
                </a:solidFill>
              </a:rPr>
              <a:t>Your audience is entitled to presume that every number in a report is meaningful. Any data omitted should be explained to the audience</a:t>
            </a:r>
          </a:p>
          <a:p>
            <a:pPr marL="342900" lvl="2" indent="-342900">
              <a:buSzPct val="100000"/>
              <a:buFont typeface="+mj-lt"/>
              <a:buAutoNum type="arabicPeriod"/>
            </a:pPr>
            <a:endParaRPr lang="en-GB" sz="1100" dirty="0">
              <a:solidFill>
                <a:schemeClr val="dk1"/>
              </a:solidFill>
            </a:endParaRPr>
          </a:p>
          <a:p>
            <a:pPr marL="177800" lvl="2" indent="-177800">
              <a:buSzPct val="100000"/>
            </a:pPr>
            <a:endParaRPr lang="en-IE" sz="1100" dirty="0">
              <a:solidFill>
                <a:schemeClr val="dk1"/>
              </a:solidFill>
            </a:endParaRPr>
          </a:p>
          <a:p>
            <a:pPr marL="342900" lvl="2" indent="-342900" fontAlgn="t">
              <a:buSzPct val="100000"/>
              <a:buFont typeface="+mj-lt"/>
              <a:buAutoNum type="arabicPeriod"/>
            </a:pPr>
            <a:r>
              <a:rPr lang="en-GB" sz="1100" dirty="0">
                <a:solidFill>
                  <a:schemeClr val="dk1"/>
                </a:solidFill>
              </a:rPr>
              <a:t>Put the important numbers where they’re easy for the audience to find, which is usually around the edges</a:t>
            </a:r>
          </a:p>
          <a:p>
            <a:pPr marL="342900" lvl="2" indent="-342900" fontAlgn="t">
              <a:buSzPct val="100000"/>
              <a:buFont typeface="+mj-lt"/>
              <a:buAutoNum type="arabicPeriod"/>
            </a:pPr>
            <a:r>
              <a:rPr lang="en-GB" sz="1100" dirty="0">
                <a:solidFill>
                  <a:schemeClr val="dk1"/>
                </a:solidFill>
              </a:rPr>
              <a:t>Place appropriate emphasis on critical information</a:t>
            </a:r>
          </a:p>
          <a:p>
            <a:pPr marL="342900" lvl="2" indent="-342900" fontAlgn="t">
              <a:buSzPct val="100000"/>
              <a:buFont typeface="+mj-lt"/>
              <a:buAutoNum type="arabicPeriod"/>
            </a:pPr>
            <a:r>
              <a:rPr lang="en-GB" sz="1100" dirty="0">
                <a:solidFill>
                  <a:schemeClr val="dk1"/>
                </a:solidFill>
              </a:rPr>
              <a:t>Ensure that audience has a way to determine the unit of measure for all the numbers in your reports. Omit the currency symbol from the numbers in the body of the report and include it in the column heading instead</a:t>
            </a:r>
          </a:p>
          <a:p>
            <a:pPr marL="342900" lvl="2" indent="-342900" fontAlgn="t">
              <a:buSzPct val="100000"/>
              <a:buFont typeface="+mj-lt"/>
              <a:buAutoNum type="arabicPeriod"/>
            </a:pPr>
            <a:r>
              <a:rPr lang="en-GB" sz="1100" dirty="0">
                <a:solidFill>
                  <a:schemeClr val="dk1"/>
                </a:solidFill>
              </a:rPr>
              <a:t>Negative numbers should be presented in brackets not in red</a:t>
            </a:r>
          </a:p>
          <a:p>
            <a:pPr marL="342900" lvl="2" indent="-342900" fontAlgn="t">
              <a:buSzPct val="100000"/>
              <a:buFont typeface="+mj-lt"/>
              <a:buAutoNum type="arabicPeriod"/>
            </a:pPr>
            <a:r>
              <a:rPr lang="en-GB" sz="1100" dirty="0">
                <a:solidFill>
                  <a:schemeClr val="dk1"/>
                </a:solidFill>
              </a:rPr>
              <a:t>Use graphs to identify trends and patterns and to drive home a </a:t>
            </a:r>
            <a:r>
              <a:rPr lang="en-GB" sz="1100" dirty="0"/>
              <a:t>single, fundamentally important point or message</a:t>
            </a:r>
          </a:p>
          <a:p>
            <a:pPr marL="342900" lvl="2" indent="-342900" fontAlgn="t">
              <a:buSzPct val="100000"/>
              <a:buFont typeface="+mj-lt"/>
              <a:buAutoNum type="arabicPeriod"/>
            </a:pPr>
            <a:endParaRPr lang="en-GB" sz="1100" dirty="0">
              <a:solidFill>
                <a:schemeClr val="dk1"/>
              </a:solidFill>
            </a:endParaRPr>
          </a:p>
          <a:p>
            <a:endParaRPr lang="en-GB" sz="1100" dirty="0"/>
          </a:p>
          <a:p>
            <a:endParaRPr lang="en-GB" sz="1100" dirty="0"/>
          </a:p>
        </p:txBody>
      </p:sp>
      <p:cxnSp>
        <p:nvCxnSpPr>
          <p:cNvPr id="8" name="Straight Connector 7">
            <a:extLst>
              <a:ext uri="{FF2B5EF4-FFF2-40B4-BE49-F238E27FC236}">
                <a16:creationId xmlns:a16="http://schemas.microsoft.com/office/drawing/2014/main" id="{6BE98A3E-E294-46EA-A6E4-E581E3A839E7}"/>
              </a:ext>
            </a:extLst>
          </p:cNvPr>
          <p:cNvCxnSpPr>
            <a:cxnSpLocks/>
          </p:cNvCxnSpPr>
          <p:nvPr/>
        </p:nvCxnSpPr>
        <p:spPr>
          <a:xfrm>
            <a:off x="215602" y="1133752"/>
            <a:ext cx="8928398" cy="0"/>
          </a:xfrm>
          <a:prstGeom prst="line">
            <a:avLst/>
          </a:prstGeom>
          <a:ln>
            <a:solidFill>
              <a:schemeClr val="tx2"/>
            </a:solidFill>
          </a:ln>
        </p:spPr>
        <p:style>
          <a:lnRef idx="2">
            <a:schemeClr val="accent4"/>
          </a:lnRef>
          <a:fillRef idx="0">
            <a:schemeClr val="accent4"/>
          </a:fillRef>
          <a:effectRef idx="1">
            <a:schemeClr val="accent4"/>
          </a:effectRef>
          <a:fontRef idx="minor">
            <a:schemeClr val="tx1"/>
          </a:fontRef>
        </p:style>
      </p:cxnSp>
      <p:sp>
        <p:nvSpPr>
          <p:cNvPr id="10" name="Content Placeholder 7">
            <a:extLst>
              <a:ext uri="{FF2B5EF4-FFF2-40B4-BE49-F238E27FC236}">
                <a16:creationId xmlns:a16="http://schemas.microsoft.com/office/drawing/2014/main" id="{C6D33086-6E4C-450B-9D61-8B1880BC3B08}"/>
              </a:ext>
            </a:extLst>
          </p:cNvPr>
          <p:cNvSpPr txBox="1">
            <a:spLocks/>
          </p:cNvSpPr>
          <p:nvPr/>
        </p:nvSpPr>
        <p:spPr>
          <a:xfrm>
            <a:off x="368002" y="2586823"/>
            <a:ext cx="4771058" cy="378515"/>
          </a:xfrm>
          <a:prstGeom prst="rect">
            <a:avLst/>
          </a:prstGeom>
        </p:spPr>
        <p:txBody>
          <a:bodyPr vert="horz" lIns="0" tIns="0" rIns="0" bIns="0" rtlCol="0">
            <a:noAutofit/>
          </a:bodyPr>
          <a:lstStyle>
            <a:lvl1pPr marL="0" indent="0" algn="l" defTabSz="1024585" rtl="0" eaLnBrk="1" latinLnBrk="0" hangingPunct="1">
              <a:lnSpc>
                <a:spcPct val="100000"/>
              </a:lnSpc>
              <a:spcBef>
                <a:spcPts val="1200"/>
              </a:spcBef>
              <a:buFont typeface="Arial" panose="020B0604020202020204" pitchFamily="34" charset="0"/>
              <a:buNone/>
              <a:defRPr sz="1600" b="1" kern="1200">
                <a:solidFill>
                  <a:schemeClr val="tx1"/>
                </a:solidFill>
                <a:latin typeface="+mj-lt"/>
                <a:ea typeface="+mn-ea"/>
                <a:cs typeface="+mn-cs"/>
              </a:defRPr>
            </a:lvl1pPr>
            <a:lvl2pPr marL="0" indent="0" algn="l" defTabSz="1024585" rtl="0" eaLnBrk="1" latinLnBrk="0" hangingPunct="1">
              <a:lnSpc>
                <a:spcPct val="100000"/>
              </a:lnSpc>
              <a:spcBef>
                <a:spcPts val="600"/>
              </a:spcBef>
              <a:buFont typeface="Arial" panose="020B0604020202020204" pitchFamily="34" charset="0"/>
              <a:buNone/>
              <a:defRPr sz="1600" kern="1200">
                <a:solidFill>
                  <a:schemeClr val="tx1"/>
                </a:solidFill>
                <a:latin typeface="+mn-lt"/>
                <a:ea typeface="+mn-ea"/>
                <a:cs typeface="+mn-cs"/>
              </a:defRPr>
            </a:lvl2pPr>
            <a:lvl3pPr marL="180000" indent="-180000" algn="l" defTabSz="1024585" rtl="0" eaLnBrk="1" latinLnBrk="0" hangingPunct="1">
              <a:lnSpc>
                <a:spcPct val="10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360000" indent="-180000" algn="l" defTabSz="1024585" rtl="0" eaLnBrk="1" latinLnBrk="0" hangingPunct="1">
              <a:lnSpc>
                <a:spcPct val="100000"/>
              </a:lnSpc>
              <a:spcBef>
                <a:spcPts val="6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540000" indent="-180000" algn="l" defTabSz="1024585" rtl="0" eaLnBrk="1" latinLnBrk="0" hangingPunct="1">
              <a:lnSpc>
                <a:spcPct val="100000"/>
              </a:lnSpc>
              <a:spcBef>
                <a:spcPts val="6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80000" algn="l" defTabSz="1024585" rtl="0" eaLnBrk="1" latinLnBrk="0" hangingPunct="1">
              <a:lnSpc>
                <a:spcPct val="100000"/>
              </a:lnSpc>
              <a:spcBef>
                <a:spcPts val="600"/>
              </a:spcBef>
              <a:buClr>
                <a:schemeClr val="accent1"/>
              </a:buClr>
              <a:buFont typeface="Arial" panose="020B0604020202020204" pitchFamily="34" charset="0"/>
              <a:buChar char="–"/>
              <a:defRPr sz="1100" kern="1200" baseline="0">
                <a:solidFill>
                  <a:schemeClr val="tx1"/>
                </a:solidFill>
                <a:latin typeface="+mn-lt"/>
                <a:ea typeface="+mn-ea"/>
                <a:cs typeface="+mn-cs"/>
              </a:defRPr>
            </a:lvl6pPr>
            <a:lvl7pPr marL="0" indent="0" algn="l" defTabSz="1024585" rtl="0" eaLnBrk="1" latinLnBrk="0" hangingPunct="1">
              <a:lnSpc>
                <a:spcPct val="100000"/>
              </a:lnSpc>
              <a:spcBef>
                <a:spcPts val="1200"/>
              </a:spcBef>
              <a:buFont typeface="Arial" panose="020B0604020202020204" pitchFamily="34" charset="0"/>
              <a:buNone/>
              <a:defRPr sz="1600" b="1" kern="1200">
                <a:solidFill>
                  <a:schemeClr val="dk2"/>
                </a:solidFill>
                <a:latin typeface="+mj-lt"/>
                <a:ea typeface="+mn-ea"/>
                <a:cs typeface="+mn-cs"/>
              </a:defRPr>
            </a:lvl7pPr>
            <a:lvl8pPr marL="0" indent="0" algn="l" defTabSz="1024585" rtl="0" eaLnBrk="1" latinLnBrk="0" hangingPunct="1">
              <a:lnSpc>
                <a:spcPct val="100000"/>
              </a:lnSpc>
              <a:spcBef>
                <a:spcPts val="600"/>
              </a:spcBef>
              <a:buFont typeface="Arial" panose="020B0604020202020204" pitchFamily="34" charset="0"/>
              <a:buNone/>
              <a:defRPr sz="1000" b="1" i="1" kern="1200" baseline="0">
                <a:solidFill>
                  <a:schemeClr val="tx1"/>
                </a:solidFill>
                <a:latin typeface="+mj-lt"/>
                <a:ea typeface="+mn-ea"/>
                <a:cs typeface="+mn-cs"/>
              </a:defRPr>
            </a:lvl8pPr>
            <a:lvl9pPr marL="0" indent="0" algn="l" defTabSz="1024585" rtl="0" eaLnBrk="1" latinLnBrk="0" hangingPunct="1">
              <a:lnSpc>
                <a:spcPct val="100000"/>
              </a:lnSpc>
              <a:spcBef>
                <a:spcPts val="600"/>
              </a:spcBef>
              <a:buFont typeface="Arial" panose="020B0604020202020204" pitchFamily="34" charset="0"/>
              <a:buNone/>
              <a:defRPr sz="1000" b="0" i="1" u="none" kern="1200" baseline="0">
                <a:solidFill>
                  <a:schemeClr val="tx1"/>
                </a:solidFill>
                <a:latin typeface="+mn-lt"/>
                <a:ea typeface="+mn-ea"/>
                <a:cs typeface="+mn-cs"/>
              </a:defRPr>
            </a:lvl9pPr>
          </a:lstStyle>
          <a:p>
            <a:r>
              <a:rPr lang="en-GB" dirty="0">
                <a:solidFill>
                  <a:srgbClr val="0A4274"/>
                </a:solidFill>
              </a:rPr>
              <a:t>Formatting Approaches</a:t>
            </a:r>
          </a:p>
        </p:txBody>
      </p:sp>
      <p:cxnSp>
        <p:nvCxnSpPr>
          <p:cNvPr id="11" name="Straight Connector 10">
            <a:extLst>
              <a:ext uri="{FF2B5EF4-FFF2-40B4-BE49-F238E27FC236}">
                <a16:creationId xmlns:a16="http://schemas.microsoft.com/office/drawing/2014/main" id="{A8665714-37EB-4B53-B0A6-A216A14D5A05}"/>
              </a:ext>
            </a:extLst>
          </p:cNvPr>
          <p:cNvCxnSpPr>
            <a:cxnSpLocks/>
          </p:cNvCxnSpPr>
          <p:nvPr/>
        </p:nvCxnSpPr>
        <p:spPr>
          <a:xfrm>
            <a:off x="215602" y="2894409"/>
            <a:ext cx="8928398" cy="0"/>
          </a:xfrm>
          <a:prstGeom prst="line">
            <a:avLst/>
          </a:prstGeom>
          <a:ln>
            <a:solidFill>
              <a:schemeClr val="tx2"/>
            </a:solidFill>
          </a:ln>
        </p:spPr>
        <p:style>
          <a:lnRef idx="2">
            <a:schemeClr val="accent4"/>
          </a:lnRef>
          <a:fillRef idx="0">
            <a:schemeClr val="accent4"/>
          </a:fillRef>
          <a:effectRef idx="1">
            <a:schemeClr val="accent4"/>
          </a:effectRef>
          <a:fontRef idx="minor">
            <a:schemeClr val="tx1"/>
          </a:fontRef>
        </p:style>
      </p:cxnSp>
      <p:sp>
        <p:nvSpPr>
          <p:cNvPr id="12" name="Content Placeholder 7">
            <a:extLst>
              <a:ext uri="{FF2B5EF4-FFF2-40B4-BE49-F238E27FC236}">
                <a16:creationId xmlns:a16="http://schemas.microsoft.com/office/drawing/2014/main" id="{9D06FCC8-D0C1-4C37-86DD-1D1BFBCFDF10}"/>
              </a:ext>
            </a:extLst>
          </p:cNvPr>
          <p:cNvSpPr txBox="1">
            <a:spLocks/>
          </p:cNvSpPr>
          <p:nvPr/>
        </p:nvSpPr>
        <p:spPr>
          <a:xfrm>
            <a:off x="368002" y="818009"/>
            <a:ext cx="4771058" cy="378515"/>
          </a:xfrm>
          <a:prstGeom prst="rect">
            <a:avLst/>
          </a:prstGeom>
        </p:spPr>
        <p:txBody>
          <a:bodyPr vert="horz" lIns="0" tIns="0" rIns="0" bIns="0" rtlCol="0">
            <a:noAutofit/>
          </a:bodyPr>
          <a:lstStyle>
            <a:lvl1pPr marL="0" indent="0" algn="l" defTabSz="1024585" rtl="0" eaLnBrk="1" latinLnBrk="0" hangingPunct="1">
              <a:lnSpc>
                <a:spcPct val="100000"/>
              </a:lnSpc>
              <a:spcBef>
                <a:spcPts val="1200"/>
              </a:spcBef>
              <a:buFont typeface="Arial" panose="020B0604020202020204" pitchFamily="34" charset="0"/>
              <a:buNone/>
              <a:defRPr sz="1600" b="1" kern="1200">
                <a:solidFill>
                  <a:schemeClr val="tx1"/>
                </a:solidFill>
                <a:latin typeface="+mj-lt"/>
                <a:ea typeface="+mn-ea"/>
                <a:cs typeface="+mn-cs"/>
              </a:defRPr>
            </a:lvl1pPr>
            <a:lvl2pPr marL="0" indent="0" algn="l" defTabSz="1024585" rtl="0" eaLnBrk="1" latinLnBrk="0" hangingPunct="1">
              <a:lnSpc>
                <a:spcPct val="100000"/>
              </a:lnSpc>
              <a:spcBef>
                <a:spcPts val="600"/>
              </a:spcBef>
              <a:buFont typeface="Arial" panose="020B0604020202020204" pitchFamily="34" charset="0"/>
              <a:buNone/>
              <a:defRPr sz="1600" kern="1200">
                <a:solidFill>
                  <a:schemeClr val="tx1"/>
                </a:solidFill>
                <a:latin typeface="+mn-lt"/>
                <a:ea typeface="+mn-ea"/>
                <a:cs typeface="+mn-cs"/>
              </a:defRPr>
            </a:lvl2pPr>
            <a:lvl3pPr marL="180000" indent="-180000" algn="l" defTabSz="1024585" rtl="0" eaLnBrk="1" latinLnBrk="0" hangingPunct="1">
              <a:lnSpc>
                <a:spcPct val="10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360000" indent="-180000" algn="l" defTabSz="1024585" rtl="0" eaLnBrk="1" latinLnBrk="0" hangingPunct="1">
              <a:lnSpc>
                <a:spcPct val="100000"/>
              </a:lnSpc>
              <a:spcBef>
                <a:spcPts val="6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540000" indent="-180000" algn="l" defTabSz="1024585" rtl="0" eaLnBrk="1" latinLnBrk="0" hangingPunct="1">
              <a:lnSpc>
                <a:spcPct val="100000"/>
              </a:lnSpc>
              <a:spcBef>
                <a:spcPts val="6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80000" algn="l" defTabSz="1024585" rtl="0" eaLnBrk="1" latinLnBrk="0" hangingPunct="1">
              <a:lnSpc>
                <a:spcPct val="100000"/>
              </a:lnSpc>
              <a:spcBef>
                <a:spcPts val="600"/>
              </a:spcBef>
              <a:buClr>
                <a:schemeClr val="accent1"/>
              </a:buClr>
              <a:buFont typeface="Arial" panose="020B0604020202020204" pitchFamily="34" charset="0"/>
              <a:buChar char="–"/>
              <a:defRPr sz="1100" kern="1200" baseline="0">
                <a:solidFill>
                  <a:schemeClr val="tx1"/>
                </a:solidFill>
                <a:latin typeface="+mn-lt"/>
                <a:ea typeface="+mn-ea"/>
                <a:cs typeface="+mn-cs"/>
              </a:defRPr>
            </a:lvl6pPr>
            <a:lvl7pPr marL="0" indent="0" algn="l" defTabSz="1024585" rtl="0" eaLnBrk="1" latinLnBrk="0" hangingPunct="1">
              <a:lnSpc>
                <a:spcPct val="100000"/>
              </a:lnSpc>
              <a:spcBef>
                <a:spcPts val="1200"/>
              </a:spcBef>
              <a:buFont typeface="Arial" panose="020B0604020202020204" pitchFamily="34" charset="0"/>
              <a:buNone/>
              <a:defRPr sz="1600" b="1" kern="1200">
                <a:solidFill>
                  <a:schemeClr val="dk2"/>
                </a:solidFill>
                <a:latin typeface="+mj-lt"/>
                <a:ea typeface="+mn-ea"/>
                <a:cs typeface="+mn-cs"/>
              </a:defRPr>
            </a:lvl7pPr>
            <a:lvl8pPr marL="0" indent="0" algn="l" defTabSz="1024585" rtl="0" eaLnBrk="1" latinLnBrk="0" hangingPunct="1">
              <a:lnSpc>
                <a:spcPct val="100000"/>
              </a:lnSpc>
              <a:spcBef>
                <a:spcPts val="600"/>
              </a:spcBef>
              <a:buFont typeface="Arial" panose="020B0604020202020204" pitchFamily="34" charset="0"/>
              <a:buNone/>
              <a:defRPr sz="1000" b="1" i="1" kern="1200" baseline="0">
                <a:solidFill>
                  <a:schemeClr val="tx1"/>
                </a:solidFill>
                <a:latin typeface="+mj-lt"/>
                <a:ea typeface="+mn-ea"/>
                <a:cs typeface="+mn-cs"/>
              </a:defRPr>
            </a:lvl8pPr>
            <a:lvl9pPr marL="0" indent="0" algn="l" defTabSz="1024585" rtl="0" eaLnBrk="1" latinLnBrk="0" hangingPunct="1">
              <a:lnSpc>
                <a:spcPct val="100000"/>
              </a:lnSpc>
              <a:spcBef>
                <a:spcPts val="600"/>
              </a:spcBef>
              <a:buFont typeface="Arial" panose="020B0604020202020204" pitchFamily="34" charset="0"/>
              <a:buNone/>
              <a:defRPr sz="1000" b="0" i="1" u="none" kern="1200" baseline="0">
                <a:solidFill>
                  <a:schemeClr val="tx1"/>
                </a:solidFill>
                <a:latin typeface="+mn-lt"/>
                <a:ea typeface="+mn-ea"/>
                <a:cs typeface="+mn-cs"/>
              </a:defRPr>
            </a:lvl9pPr>
          </a:lstStyle>
          <a:p>
            <a:r>
              <a:rPr lang="en-GB" dirty="0">
                <a:solidFill>
                  <a:srgbClr val="0A4274"/>
                </a:solidFill>
              </a:rPr>
              <a:t>Formatting Rules</a:t>
            </a:r>
          </a:p>
        </p:txBody>
      </p:sp>
    </p:spTree>
    <p:extLst>
      <p:ext uri="{BB962C8B-B14F-4D97-AF65-F5344CB8AC3E}">
        <p14:creationId xmlns:p14="http://schemas.microsoft.com/office/powerpoint/2010/main" val="1790893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CD7DEEA-A253-49A4-B8B7-3D5E9927C054}"/>
              </a:ext>
            </a:extLst>
          </p:cNvPr>
          <p:cNvSpPr txBox="1">
            <a:spLocks/>
          </p:cNvSpPr>
          <p:nvPr/>
        </p:nvSpPr>
        <p:spPr>
          <a:xfrm>
            <a:off x="685800" y="284387"/>
            <a:ext cx="7772400" cy="575871"/>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kern="1200">
                <a:solidFill>
                  <a:srgbClr val="023772"/>
                </a:solidFill>
                <a:latin typeface="+mj-lt"/>
                <a:ea typeface="+mj-ea"/>
                <a:cs typeface="+mj-cs"/>
              </a:defRPr>
            </a:lvl1pPr>
          </a:lstStyle>
          <a:p>
            <a:r>
              <a:rPr lang="en-IE" dirty="0"/>
              <a:t>General Formatting Rules &amp; Approaches</a:t>
            </a:r>
          </a:p>
        </p:txBody>
      </p:sp>
      <p:sp>
        <p:nvSpPr>
          <p:cNvPr id="9" name="Content Placeholder 38">
            <a:extLst>
              <a:ext uri="{FF2B5EF4-FFF2-40B4-BE49-F238E27FC236}">
                <a16:creationId xmlns:a16="http://schemas.microsoft.com/office/drawing/2014/main" id="{D4EE8995-E5E1-496E-BF5D-DE4E3D39F8F3}"/>
              </a:ext>
            </a:extLst>
          </p:cNvPr>
          <p:cNvSpPr txBox="1">
            <a:spLocks/>
          </p:cNvSpPr>
          <p:nvPr/>
        </p:nvSpPr>
        <p:spPr>
          <a:xfrm>
            <a:off x="206790" y="1625848"/>
            <a:ext cx="3221053" cy="1224136"/>
          </a:xfrm>
          <a:prstGeom prst="rect">
            <a:avLst/>
          </a:prstGeom>
        </p:spPr>
        <p:txBody>
          <a:bodyPr vert="horz" lIns="0" tIns="0" rIns="0" bIns="0" rtlCol="0">
            <a:noAutofit/>
          </a:bodyPr>
          <a:lstStyle>
            <a:lvl1pPr marL="0" indent="0" algn="l" defTabSz="1024585" rtl="0" eaLnBrk="1" latinLnBrk="0" hangingPunct="1">
              <a:lnSpc>
                <a:spcPct val="100000"/>
              </a:lnSpc>
              <a:spcBef>
                <a:spcPts val="1200"/>
              </a:spcBef>
              <a:buFont typeface="Arial" panose="020B0604020202020204" pitchFamily="34" charset="0"/>
              <a:buNone/>
              <a:defRPr sz="1600" b="1" kern="1200">
                <a:solidFill>
                  <a:schemeClr val="tx1"/>
                </a:solidFill>
                <a:latin typeface="+mj-lt"/>
                <a:ea typeface="+mn-ea"/>
                <a:cs typeface="+mn-cs"/>
              </a:defRPr>
            </a:lvl1pPr>
            <a:lvl2pPr marL="0" indent="0" algn="l" defTabSz="1024585" rtl="0" eaLnBrk="1" latinLnBrk="0" hangingPunct="1">
              <a:lnSpc>
                <a:spcPct val="100000"/>
              </a:lnSpc>
              <a:spcBef>
                <a:spcPts val="600"/>
              </a:spcBef>
              <a:buFont typeface="Arial" panose="020B0604020202020204" pitchFamily="34" charset="0"/>
              <a:buNone/>
              <a:defRPr sz="1600" kern="1200">
                <a:solidFill>
                  <a:schemeClr val="tx1"/>
                </a:solidFill>
                <a:latin typeface="+mn-lt"/>
                <a:ea typeface="+mn-ea"/>
                <a:cs typeface="+mn-cs"/>
              </a:defRPr>
            </a:lvl2pPr>
            <a:lvl3pPr marL="180000" indent="-180000" algn="l" defTabSz="1024585" rtl="0" eaLnBrk="1" latinLnBrk="0" hangingPunct="1">
              <a:lnSpc>
                <a:spcPct val="10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360000" indent="-180000" algn="l" defTabSz="1024585" rtl="0" eaLnBrk="1" latinLnBrk="0" hangingPunct="1">
              <a:lnSpc>
                <a:spcPct val="100000"/>
              </a:lnSpc>
              <a:spcBef>
                <a:spcPts val="6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540000" indent="-180000" algn="l" defTabSz="1024585" rtl="0" eaLnBrk="1" latinLnBrk="0" hangingPunct="1">
              <a:lnSpc>
                <a:spcPct val="100000"/>
              </a:lnSpc>
              <a:spcBef>
                <a:spcPts val="6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80000" algn="l" defTabSz="1024585" rtl="0" eaLnBrk="1" latinLnBrk="0" hangingPunct="1">
              <a:lnSpc>
                <a:spcPct val="100000"/>
              </a:lnSpc>
              <a:spcBef>
                <a:spcPts val="600"/>
              </a:spcBef>
              <a:buClr>
                <a:schemeClr val="accent1"/>
              </a:buClr>
              <a:buFont typeface="Arial" panose="020B0604020202020204" pitchFamily="34" charset="0"/>
              <a:buChar char="–"/>
              <a:defRPr sz="1100" kern="1200" baseline="0">
                <a:solidFill>
                  <a:schemeClr val="tx1"/>
                </a:solidFill>
                <a:latin typeface="+mn-lt"/>
                <a:ea typeface="+mn-ea"/>
                <a:cs typeface="+mn-cs"/>
              </a:defRPr>
            </a:lvl6pPr>
            <a:lvl7pPr marL="0" indent="0" algn="l" defTabSz="1024585" rtl="0" eaLnBrk="1" latinLnBrk="0" hangingPunct="1">
              <a:lnSpc>
                <a:spcPct val="100000"/>
              </a:lnSpc>
              <a:spcBef>
                <a:spcPts val="1200"/>
              </a:spcBef>
              <a:buFont typeface="Arial" panose="020B0604020202020204" pitchFamily="34" charset="0"/>
              <a:buNone/>
              <a:defRPr sz="1600" b="1" kern="1200">
                <a:solidFill>
                  <a:schemeClr val="dk2"/>
                </a:solidFill>
                <a:latin typeface="+mj-lt"/>
                <a:ea typeface="+mn-ea"/>
                <a:cs typeface="+mn-cs"/>
              </a:defRPr>
            </a:lvl7pPr>
            <a:lvl8pPr marL="0" indent="0" algn="l" defTabSz="1024585" rtl="0" eaLnBrk="1" latinLnBrk="0" hangingPunct="1">
              <a:lnSpc>
                <a:spcPct val="100000"/>
              </a:lnSpc>
              <a:spcBef>
                <a:spcPts val="600"/>
              </a:spcBef>
              <a:buFont typeface="Arial" panose="020B0604020202020204" pitchFamily="34" charset="0"/>
              <a:buNone/>
              <a:defRPr sz="1000" b="1" i="1" kern="1200" baseline="0">
                <a:solidFill>
                  <a:schemeClr val="tx1"/>
                </a:solidFill>
                <a:latin typeface="+mj-lt"/>
                <a:ea typeface="+mn-ea"/>
                <a:cs typeface="+mn-cs"/>
              </a:defRPr>
            </a:lvl8pPr>
            <a:lvl9pPr marL="0" indent="0" algn="l" defTabSz="1024585" rtl="0" eaLnBrk="1" latinLnBrk="0" hangingPunct="1">
              <a:lnSpc>
                <a:spcPct val="100000"/>
              </a:lnSpc>
              <a:spcBef>
                <a:spcPts val="600"/>
              </a:spcBef>
              <a:buFont typeface="Arial" panose="020B0604020202020204" pitchFamily="34" charset="0"/>
              <a:buNone/>
              <a:defRPr sz="1000" b="0" i="1" u="none" kern="1200" baseline="0">
                <a:solidFill>
                  <a:schemeClr val="tx1"/>
                </a:solidFill>
                <a:latin typeface="+mn-lt"/>
                <a:ea typeface="+mn-ea"/>
                <a:cs typeface="+mn-cs"/>
              </a:defRPr>
            </a:lvl9pPr>
          </a:lstStyle>
          <a:p>
            <a:r>
              <a:rPr lang="en-GB" sz="1200" dirty="0">
                <a:latin typeface="Calibri" panose="020F0502020204030204" pitchFamily="34" charset="0"/>
                <a:cs typeface="Calibri" panose="020F0502020204030204" pitchFamily="34" charset="0"/>
              </a:rPr>
              <a:t>    </a:t>
            </a:r>
            <a:r>
              <a:rPr lang="en-GB" sz="1200" u="sng" dirty="0">
                <a:latin typeface="Calibri" panose="020F0502020204030204" pitchFamily="34" charset="0"/>
                <a:cs typeface="Calibri" panose="020F0502020204030204" pitchFamily="34" charset="0"/>
              </a:rPr>
              <a:t>Table header detail</a:t>
            </a:r>
          </a:p>
          <a:p>
            <a:pPr>
              <a:spcBef>
                <a:spcPts val="0"/>
              </a:spcBef>
            </a:pPr>
            <a:r>
              <a:rPr lang="en-US" sz="1200" b="0" dirty="0">
                <a:latin typeface="Calibri" panose="020F0502020204030204" pitchFamily="34" charset="0"/>
                <a:cs typeface="Calibri" panose="020F0502020204030204" pitchFamily="34" charset="0"/>
              </a:rPr>
              <a:t>Font: </a:t>
            </a:r>
            <a:r>
              <a:rPr lang="en-US" sz="1200" b="0" i="1" dirty="0">
                <a:latin typeface="Calibri" panose="020F0502020204030204" pitchFamily="34" charset="0"/>
                <a:cs typeface="Calibri" panose="020F0502020204030204" pitchFamily="34" charset="0"/>
              </a:rPr>
              <a:t>Calibri 9pts, Bold, White</a:t>
            </a:r>
            <a:br>
              <a:rPr lang="en-US" sz="1200" b="0" dirty="0">
                <a:latin typeface="Calibri" panose="020F0502020204030204" pitchFamily="34" charset="0"/>
                <a:cs typeface="Calibri" panose="020F0502020204030204" pitchFamily="34" charset="0"/>
              </a:rPr>
            </a:br>
            <a:r>
              <a:rPr lang="en-US" sz="1200" b="0" dirty="0">
                <a:latin typeface="Calibri" panose="020F0502020204030204" pitchFamily="34" charset="0"/>
                <a:cs typeface="Calibri" panose="020F0502020204030204" pitchFamily="34" charset="0"/>
              </a:rPr>
              <a:t>Alignment:</a:t>
            </a:r>
            <a:r>
              <a:rPr lang="en-US" sz="1200" b="0" i="1" dirty="0">
                <a:latin typeface="Calibri" panose="020F0502020204030204" pitchFamily="34" charset="0"/>
                <a:cs typeface="Calibri" panose="020F0502020204030204" pitchFamily="34" charset="0"/>
              </a:rPr>
              <a:t> Left and bottom for description column, all other columns should be aligned to the </a:t>
            </a:r>
            <a:r>
              <a:rPr lang="en-US" sz="1200" b="0" i="1" dirty="0" err="1">
                <a:latin typeface="Calibri" panose="020F0502020204030204" pitchFamily="34" charset="0"/>
                <a:cs typeface="Calibri" panose="020F0502020204030204" pitchFamily="34" charset="0"/>
              </a:rPr>
              <a:t>centre</a:t>
            </a:r>
            <a:r>
              <a:rPr lang="en-US" sz="1200" b="0" i="1" dirty="0">
                <a:latin typeface="Calibri" panose="020F0502020204030204" pitchFamily="34" charset="0"/>
                <a:cs typeface="Calibri" panose="020F0502020204030204" pitchFamily="34" charset="0"/>
              </a:rPr>
              <a:t> and bottom</a:t>
            </a:r>
          </a:p>
          <a:p>
            <a:pPr>
              <a:spcBef>
                <a:spcPts val="0"/>
              </a:spcBef>
            </a:pPr>
            <a:r>
              <a:rPr lang="en-US" sz="1200" b="0" dirty="0">
                <a:latin typeface="Calibri" panose="020F0502020204030204" pitchFamily="34" charset="0"/>
                <a:cs typeface="Calibri" panose="020F0502020204030204" pitchFamily="34" charset="0"/>
              </a:rPr>
              <a:t>Borders: </a:t>
            </a:r>
            <a:r>
              <a:rPr lang="en-US" sz="1200" b="0" i="1" dirty="0">
                <a:latin typeface="Calibri" panose="020F0502020204030204" pitchFamily="34" charset="0"/>
                <a:cs typeface="Calibri" panose="020F0502020204030204" pitchFamily="34" charset="0"/>
              </a:rPr>
              <a:t>Thin white line unless separating High Level Product types </a:t>
            </a:r>
          </a:p>
          <a:p>
            <a:pPr>
              <a:spcBef>
                <a:spcPts val="0"/>
              </a:spcBef>
            </a:pPr>
            <a:r>
              <a:rPr lang="en-US" sz="1200" b="0" dirty="0">
                <a:latin typeface="Calibri" panose="020F0502020204030204" pitchFamily="34" charset="0"/>
                <a:cs typeface="Calibri" panose="020F0502020204030204" pitchFamily="34" charset="0"/>
                <a:sym typeface="Wingdings" panose="05000000000000000000" pitchFamily="2" charset="2"/>
              </a:rPr>
              <a:t> </a:t>
            </a:r>
            <a:r>
              <a:rPr lang="en-US" sz="1200" b="0" dirty="0">
                <a:latin typeface="Calibri" panose="020F0502020204030204" pitchFamily="34" charset="0"/>
                <a:cs typeface="Calibri" panose="020F0502020204030204" pitchFamily="34" charset="0"/>
              </a:rPr>
              <a:t>Currency and denomination of figures should be in the description column</a:t>
            </a:r>
            <a:endParaRPr lang="en-GB" sz="1200" b="0"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 </a:t>
            </a:r>
          </a:p>
          <a:p>
            <a:endParaRPr lang="en-GB"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p:txBody>
      </p:sp>
      <p:sp>
        <p:nvSpPr>
          <p:cNvPr id="13" name="Content Placeholder 38">
            <a:extLst>
              <a:ext uri="{FF2B5EF4-FFF2-40B4-BE49-F238E27FC236}">
                <a16:creationId xmlns:a16="http://schemas.microsoft.com/office/drawing/2014/main" id="{714ADE02-6526-4748-A266-F7BD303ED863}"/>
              </a:ext>
            </a:extLst>
          </p:cNvPr>
          <p:cNvSpPr txBox="1">
            <a:spLocks/>
          </p:cNvSpPr>
          <p:nvPr/>
        </p:nvSpPr>
        <p:spPr>
          <a:xfrm>
            <a:off x="306388" y="1001077"/>
            <a:ext cx="10080872" cy="2242607"/>
          </a:xfrm>
          <a:prstGeom prst="rect">
            <a:avLst/>
          </a:prstGeom>
        </p:spPr>
        <p:txBody>
          <a:bodyPr/>
          <a:lstStyle>
            <a:lvl1pPr marL="342900" indent="-342900" algn="l" defTabSz="457200" rtl="0" eaLnBrk="1" latinLnBrk="0" hangingPunct="1">
              <a:spcBef>
                <a:spcPct val="20000"/>
              </a:spcBef>
              <a:buFont typeface="Arial"/>
              <a:buChar char="•"/>
              <a:defRPr sz="1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defTabSz="1024585">
              <a:spcBef>
                <a:spcPts val="1200"/>
              </a:spcBef>
              <a:buNone/>
            </a:pPr>
            <a:endParaRPr lang="en-GB" sz="1600" b="1" dirty="0">
              <a:solidFill>
                <a:srgbClr val="0A4274"/>
              </a:solidFill>
              <a:latin typeface="Calibri" panose="020F0502020204030204" pitchFamily="34" charset="0"/>
              <a:cs typeface="Calibri" panose="020F0502020204030204" pitchFamily="34" charset="0"/>
            </a:endParaRPr>
          </a:p>
        </p:txBody>
      </p:sp>
      <p:graphicFrame>
        <p:nvGraphicFramePr>
          <p:cNvPr id="14" name="Content Placeholder 50">
            <a:extLst>
              <a:ext uri="{FF2B5EF4-FFF2-40B4-BE49-F238E27FC236}">
                <a16:creationId xmlns:a16="http://schemas.microsoft.com/office/drawing/2014/main" id="{92D0E8B5-C433-43C9-B754-AC2A65E1EA13}"/>
              </a:ext>
            </a:extLst>
          </p:cNvPr>
          <p:cNvGraphicFramePr>
            <a:graphicFrameLocks/>
          </p:cNvGraphicFramePr>
          <p:nvPr>
            <p:extLst>
              <p:ext uri="{D42A27DB-BD31-4B8C-83A1-F6EECF244321}">
                <p14:modId xmlns:p14="http://schemas.microsoft.com/office/powerpoint/2010/main" val="3752103707"/>
              </p:ext>
            </p:extLst>
          </p:nvPr>
        </p:nvGraphicFramePr>
        <p:xfrm>
          <a:off x="4534074" y="894290"/>
          <a:ext cx="3352800" cy="2380481"/>
        </p:xfrm>
        <a:graphic>
          <a:graphicData uri="http://schemas.openxmlformats.org/drawingml/2006/table">
            <a:tbl>
              <a:tblPr/>
              <a:tblGrid>
                <a:gridCol w="1016000">
                  <a:extLst>
                    <a:ext uri="{9D8B030D-6E8A-4147-A177-3AD203B41FA5}">
                      <a16:colId xmlns:a16="http://schemas.microsoft.com/office/drawing/2014/main" val="20000"/>
                    </a:ext>
                  </a:extLst>
                </a:gridCol>
                <a:gridCol w="584200">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gridCol w="584200">
                  <a:extLst>
                    <a:ext uri="{9D8B030D-6E8A-4147-A177-3AD203B41FA5}">
                      <a16:colId xmlns:a16="http://schemas.microsoft.com/office/drawing/2014/main" val="20003"/>
                    </a:ext>
                  </a:extLst>
                </a:gridCol>
                <a:gridCol w="584200">
                  <a:extLst>
                    <a:ext uri="{9D8B030D-6E8A-4147-A177-3AD203B41FA5}">
                      <a16:colId xmlns:a16="http://schemas.microsoft.com/office/drawing/2014/main" val="20004"/>
                    </a:ext>
                  </a:extLst>
                </a:gridCol>
              </a:tblGrid>
              <a:tr h="171450">
                <a:tc>
                  <a:txBody>
                    <a:bodyPr/>
                    <a:lstStyle/>
                    <a:p>
                      <a:pPr algn="l" fontAlgn="b"/>
                      <a:r>
                        <a:rPr lang="en-GB" sz="1000" b="1" i="0" u="none" strike="noStrike" dirty="0">
                          <a:solidFill>
                            <a:srgbClr val="000000"/>
                          </a:solidFill>
                          <a:effectLst/>
                          <a:latin typeface="Calibri" panose="020F0502020204030204" pitchFamily="34" charset="0"/>
                          <a:cs typeface="Calibri" panose="020F0502020204030204" pitchFamily="34" charset="0"/>
                        </a:rPr>
                        <a:t>Profit and Loss</a:t>
                      </a:r>
                    </a:p>
                  </a:txBody>
                  <a:tcPr marL="0" marR="0" marT="0" marB="0" anchor="b">
                    <a:lnL>
                      <a:noFill/>
                    </a:lnL>
                    <a:lnR>
                      <a:noFill/>
                    </a:lnR>
                    <a:lnT>
                      <a:noFill/>
                    </a:lnT>
                    <a:lnB w="12700" cap="flat" cmpd="sng" algn="ctr">
                      <a:solidFill>
                        <a:srgbClr val="4F81BD"/>
                      </a:solidFill>
                      <a:prstDash val="solid"/>
                      <a:round/>
                      <a:headEnd type="none" w="med" len="med"/>
                      <a:tailEnd type="none" w="med" len="med"/>
                    </a:lnB>
                  </a:tcPr>
                </a:tc>
                <a:tc>
                  <a:txBody>
                    <a:bodyPr/>
                    <a:lstStyle/>
                    <a:p>
                      <a:pPr algn="l" fontAlgn="b"/>
                      <a:r>
                        <a:rPr lang="en-GB" sz="1000" b="1" i="0" u="none" strike="noStrike" dirty="0">
                          <a:solidFill>
                            <a:srgbClr val="4F81BD"/>
                          </a:solidFill>
                          <a:effectLst/>
                          <a:latin typeface="Calibri" panose="020F0502020204030204" pitchFamily="34" charset="0"/>
                          <a:cs typeface="Calibri" panose="020F0502020204030204" pitchFamily="34" charset="0"/>
                        </a:rPr>
                        <a:t> </a:t>
                      </a:r>
                    </a:p>
                  </a:txBody>
                  <a:tcPr marL="0" marR="0" marT="0" marB="0" anchor="b">
                    <a:lnL>
                      <a:noFill/>
                    </a:lnL>
                    <a:lnR>
                      <a:noFill/>
                    </a:lnR>
                    <a:lnT>
                      <a:noFill/>
                    </a:lnT>
                    <a:lnB w="12700" cap="flat" cmpd="sng" algn="ctr">
                      <a:solidFill>
                        <a:srgbClr val="4F81BD"/>
                      </a:solidFill>
                      <a:prstDash val="solid"/>
                      <a:round/>
                      <a:headEnd type="none" w="med" len="med"/>
                      <a:tailEnd type="none" w="med" len="med"/>
                    </a:lnB>
                  </a:tcPr>
                </a:tc>
                <a:tc>
                  <a:txBody>
                    <a:bodyPr/>
                    <a:lstStyle/>
                    <a:p>
                      <a:pPr algn="l" fontAlgn="b"/>
                      <a:r>
                        <a:rPr lang="en-GB" sz="900" b="1" i="0" u="none" strike="noStrike" dirty="0">
                          <a:solidFill>
                            <a:srgbClr val="4F81BD"/>
                          </a:solidFill>
                          <a:effectLst/>
                          <a:latin typeface="Calibri" panose="020F0502020204030204" pitchFamily="34" charset="0"/>
                          <a:cs typeface="Calibri" panose="020F0502020204030204" pitchFamily="34" charset="0"/>
                        </a:rPr>
                        <a:t> </a:t>
                      </a:r>
                    </a:p>
                  </a:txBody>
                  <a:tcPr marL="0" marR="0" marT="0" marB="0" anchor="b">
                    <a:lnL>
                      <a:noFill/>
                    </a:lnL>
                    <a:lnR>
                      <a:noFill/>
                    </a:lnR>
                    <a:lnT>
                      <a:noFill/>
                    </a:lnT>
                    <a:lnB w="12700" cap="flat" cmpd="sng" algn="ctr">
                      <a:solidFill>
                        <a:srgbClr val="4F81BD"/>
                      </a:solidFill>
                      <a:prstDash val="solid"/>
                      <a:round/>
                      <a:headEnd type="none" w="med" len="med"/>
                      <a:tailEnd type="none" w="med" len="med"/>
                    </a:lnB>
                  </a:tcPr>
                </a:tc>
                <a:tc>
                  <a:txBody>
                    <a:bodyPr/>
                    <a:lstStyle/>
                    <a:p>
                      <a:pPr algn="l" fontAlgn="b"/>
                      <a:r>
                        <a:rPr lang="en-GB" sz="900" b="1" i="0" u="none" strike="noStrike" dirty="0">
                          <a:solidFill>
                            <a:srgbClr val="4F81BD"/>
                          </a:solidFill>
                          <a:effectLst/>
                          <a:latin typeface="Calibri" panose="020F0502020204030204" pitchFamily="34" charset="0"/>
                          <a:cs typeface="Calibri" panose="020F0502020204030204" pitchFamily="34" charset="0"/>
                        </a:rPr>
                        <a:t> </a:t>
                      </a:r>
                    </a:p>
                  </a:txBody>
                  <a:tcPr marL="0" marR="0" marT="0" marB="0" anchor="b">
                    <a:lnL>
                      <a:noFill/>
                    </a:lnL>
                    <a:lnR>
                      <a:noFill/>
                    </a:lnR>
                    <a:lnT>
                      <a:noFill/>
                    </a:lnT>
                    <a:lnB w="12700" cap="flat" cmpd="sng" algn="ctr">
                      <a:solidFill>
                        <a:srgbClr val="4F81BD"/>
                      </a:solidFill>
                      <a:prstDash val="solid"/>
                      <a:round/>
                      <a:headEnd type="none" w="med" len="med"/>
                      <a:tailEnd type="none" w="med" len="med"/>
                    </a:lnB>
                  </a:tcPr>
                </a:tc>
                <a:tc>
                  <a:txBody>
                    <a:bodyPr/>
                    <a:lstStyle/>
                    <a:p>
                      <a:pPr algn="l" fontAlgn="b"/>
                      <a:r>
                        <a:rPr lang="en-GB" sz="900" b="1" i="0" u="none" strike="noStrike" dirty="0">
                          <a:solidFill>
                            <a:srgbClr val="4F81BD"/>
                          </a:solidFill>
                          <a:effectLst/>
                          <a:latin typeface="Calibri" panose="020F0502020204030204" pitchFamily="34" charset="0"/>
                          <a:cs typeface="Calibri" panose="020F0502020204030204" pitchFamily="34" charset="0"/>
                        </a:rPr>
                        <a:t> </a:t>
                      </a:r>
                    </a:p>
                  </a:txBody>
                  <a:tcPr marL="0" marR="0" marT="0" marB="0" anchor="b">
                    <a:lnL>
                      <a:noFill/>
                    </a:lnL>
                    <a:lnR>
                      <a:noFill/>
                    </a:lnR>
                    <a:lnT>
                      <a:noFill/>
                    </a:lnT>
                    <a:lnB w="12700" cap="flat" cmpd="sng" algn="ctr">
                      <a:solidFill>
                        <a:srgbClr val="4F81BD"/>
                      </a:solidFill>
                      <a:prstDash val="solid"/>
                      <a:round/>
                      <a:headEnd type="none" w="med" len="med"/>
                      <a:tailEnd type="none" w="med" len="med"/>
                    </a:lnB>
                  </a:tcPr>
                </a:tc>
                <a:extLst>
                  <a:ext uri="{0D108BD9-81ED-4DB2-BD59-A6C34878D82A}">
                    <a16:rowId xmlns:a16="http://schemas.microsoft.com/office/drawing/2014/main" val="10000"/>
                  </a:ext>
                </a:extLst>
              </a:tr>
              <a:tr h="66675">
                <a:tc>
                  <a:txBody>
                    <a:bodyPr/>
                    <a:lstStyle/>
                    <a:p>
                      <a:pPr algn="l" fontAlgn="b"/>
                      <a:endParaRPr lang="en-GB" sz="200" b="0" i="0" u="none" strike="noStrike">
                        <a:solidFill>
                          <a:srgbClr val="000000"/>
                        </a:solidFill>
                        <a:effectLst/>
                        <a:latin typeface="Calibri" panose="020F0502020204030204" pitchFamily="34" charset="0"/>
                        <a:cs typeface="Calibri" panose="020F0502020204030204" pitchFamily="34" charset="0"/>
                      </a:endParaRPr>
                    </a:p>
                  </a:txBody>
                  <a:tcPr marL="0" marR="0" marT="0" marB="0" anchor="b">
                    <a:lnL>
                      <a:noFill/>
                    </a:lnL>
                    <a:lnR>
                      <a:noFill/>
                    </a:lnR>
                    <a:lnT w="12700" cap="flat" cmpd="sng" algn="ctr">
                      <a:solidFill>
                        <a:srgbClr val="4F81BD"/>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fontAlgn="b"/>
                      <a:endParaRPr lang="en-GB" sz="200" b="0" i="0" u="none" strike="noStrike">
                        <a:solidFill>
                          <a:srgbClr val="000000"/>
                        </a:solidFill>
                        <a:effectLst/>
                        <a:latin typeface="Calibri" panose="020F0502020204030204" pitchFamily="34" charset="0"/>
                        <a:cs typeface="Calibri" panose="020F0502020204030204" pitchFamily="34" charset="0"/>
                      </a:endParaRPr>
                    </a:p>
                  </a:txBody>
                  <a:tcPr marL="0" marR="0" marT="0" marB="0" anchor="b">
                    <a:lnL>
                      <a:noFill/>
                    </a:lnL>
                    <a:lnR>
                      <a:noFill/>
                    </a:lnR>
                    <a:lnT w="12700" cap="flat" cmpd="sng" algn="ctr">
                      <a:solidFill>
                        <a:srgbClr val="4F81BD"/>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fontAlgn="b"/>
                      <a:endParaRPr lang="en-GB" sz="200" b="0" i="0" u="none" strike="noStrike">
                        <a:solidFill>
                          <a:srgbClr val="000000"/>
                        </a:solidFill>
                        <a:effectLst/>
                        <a:latin typeface="Calibri" panose="020F0502020204030204" pitchFamily="34" charset="0"/>
                        <a:cs typeface="Calibri" panose="020F0502020204030204" pitchFamily="34" charset="0"/>
                      </a:endParaRPr>
                    </a:p>
                  </a:txBody>
                  <a:tcPr marL="0" marR="0" marT="0" marB="0" anchor="b">
                    <a:lnL>
                      <a:noFill/>
                    </a:lnL>
                    <a:lnR>
                      <a:noFill/>
                    </a:lnR>
                    <a:lnT w="12700" cap="flat" cmpd="sng" algn="ctr">
                      <a:solidFill>
                        <a:srgbClr val="4F81BD"/>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fontAlgn="b"/>
                      <a:endParaRPr lang="en-GB" sz="200" b="0" i="0" u="none" strike="noStrike">
                        <a:solidFill>
                          <a:srgbClr val="000000"/>
                        </a:solidFill>
                        <a:effectLst/>
                        <a:latin typeface="Calibri" panose="020F0502020204030204" pitchFamily="34" charset="0"/>
                        <a:cs typeface="Calibri" panose="020F0502020204030204" pitchFamily="34" charset="0"/>
                      </a:endParaRPr>
                    </a:p>
                  </a:txBody>
                  <a:tcPr marL="0" marR="0" marT="0" marB="0" anchor="b">
                    <a:lnL>
                      <a:noFill/>
                    </a:lnL>
                    <a:lnR>
                      <a:noFill/>
                    </a:lnR>
                    <a:lnT w="12700" cap="flat" cmpd="sng" algn="ctr">
                      <a:solidFill>
                        <a:srgbClr val="4F81BD"/>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fontAlgn="b"/>
                      <a:endParaRPr lang="en-GB" sz="200" b="0" i="0" u="none" strike="noStrike">
                        <a:solidFill>
                          <a:srgbClr val="000000"/>
                        </a:solidFill>
                        <a:effectLst/>
                        <a:latin typeface="Calibri" panose="020F0502020204030204" pitchFamily="34" charset="0"/>
                        <a:cs typeface="Calibri" panose="020F0502020204030204" pitchFamily="34" charset="0"/>
                      </a:endParaRPr>
                    </a:p>
                  </a:txBody>
                  <a:tcPr marL="0" marR="0" marT="0" marB="0" anchor="b">
                    <a:lnL>
                      <a:noFill/>
                    </a:lnL>
                    <a:lnR>
                      <a:noFill/>
                    </a:lnR>
                    <a:lnT w="12700" cap="flat" cmpd="sng" algn="ctr">
                      <a:solidFill>
                        <a:srgbClr val="4F81BD"/>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265931">
                <a:tc>
                  <a:txBody>
                    <a:bodyPr/>
                    <a:lstStyle/>
                    <a:p>
                      <a:pPr algn="l" fontAlgn="b"/>
                      <a:r>
                        <a:rPr lang="en-GB" sz="900" b="1" i="0" u="none" strike="noStrike" dirty="0">
                          <a:solidFill>
                            <a:srgbClr val="FFFFFF"/>
                          </a:solidFill>
                          <a:effectLst/>
                          <a:latin typeface="Calibri" panose="020F0502020204030204" pitchFamily="34" charset="0"/>
                          <a:cs typeface="Calibri" panose="020F0502020204030204" pitchFamily="34" charset="0"/>
                        </a:rPr>
                        <a:t>€'000</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23873"/>
                    </a:solidFill>
                  </a:tcPr>
                </a:tc>
                <a:tc>
                  <a:txBody>
                    <a:bodyPr/>
                    <a:lstStyle/>
                    <a:p>
                      <a:pPr algn="ctr" fontAlgn="b"/>
                      <a:r>
                        <a:rPr lang="en-GB" sz="900" b="1" i="0" u="none" strike="noStrike" dirty="0">
                          <a:solidFill>
                            <a:srgbClr val="FFFFFF"/>
                          </a:solidFill>
                          <a:effectLst/>
                          <a:latin typeface="Calibri" panose="020F0502020204030204" pitchFamily="34" charset="0"/>
                          <a:cs typeface="Calibri" panose="020F0502020204030204" pitchFamily="34" charset="0"/>
                        </a:rPr>
                        <a:t>H1</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D2D3D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23873"/>
                    </a:solidFill>
                  </a:tcPr>
                </a:tc>
                <a:tc>
                  <a:txBody>
                    <a:bodyPr/>
                    <a:lstStyle/>
                    <a:p>
                      <a:pPr algn="ctr" fontAlgn="b"/>
                      <a:r>
                        <a:rPr lang="en-GB" sz="900" b="1" i="0" u="none" strike="noStrike" dirty="0">
                          <a:solidFill>
                            <a:srgbClr val="FFFFFF"/>
                          </a:solidFill>
                          <a:effectLst/>
                          <a:latin typeface="Calibri" panose="020F0502020204030204" pitchFamily="34" charset="0"/>
                          <a:cs typeface="Calibri" panose="020F0502020204030204" pitchFamily="34" charset="0"/>
                        </a:rPr>
                        <a:t>H2</a:t>
                      </a:r>
                    </a:p>
                  </a:txBody>
                  <a:tcPr marL="0" marR="0" marT="0" marB="0" anchor="b">
                    <a:lnL w="6350" cap="flat" cmpd="sng" algn="ctr">
                      <a:solidFill>
                        <a:srgbClr val="D2D3D4"/>
                      </a:solidFill>
                      <a:prstDash val="solid"/>
                      <a:round/>
                      <a:headEnd type="none" w="med" len="med"/>
                      <a:tailEnd type="none" w="med" len="med"/>
                    </a:lnL>
                    <a:lnR w="6350" cap="flat" cmpd="sng" algn="ctr">
                      <a:solidFill>
                        <a:srgbClr val="D2D3D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23873"/>
                    </a:solidFill>
                  </a:tcPr>
                </a:tc>
                <a:tc>
                  <a:txBody>
                    <a:bodyPr/>
                    <a:lstStyle/>
                    <a:p>
                      <a:pPr algn="ctr" fontAlgn="b"/>
                      <a:r>
                        <a:rPr lang="en-GB" sz="900" b="1" i="0" u="none" strike="noStrike" dirty="0">
                          <a:solidFill>
                            <a:srgbClr val="FFFFFF"/>
                          </a:solidFill>
                          <a:effectLst/>
                          <a:latin typeface="Calibri" panose="020F0502020204030204" pitchFamily="34" charset="0"/>
                          <a:cs typeface="Calibri" panose="020F0502020204030204" pitchFamily="34" charset="0"/>
                        </a:rPr>
                        <a:t>2014</a:t>
                      </a:r>
                    </a:p>
                  </a:txBody>
                  <a:tcPr marL="0" marR="0" marT="0" marB="0" anchor="b">
                    <a:lnL w="6350" cap="flat" cmpd="sng" algn="ctr">
                      <a:solidFill>
                        <a:srgbClr val="D2D3D4"/>
                      </a:solidFill>
                      <a:prstDash val="solid"/>
                      <a:round/>
                      <a:headEnd type="none" w="med" len="med"/>
                      <a:tailEnd type="none" w="med" len="med"/>
                    </a:lnL>
                    <a:lnR w="6350" cap="flat" cmpd="sng" algn="ctr">
                      <a:solidFill>
                        <a:srgbClr val="D2D3D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23873"/>
                    </a:solidFill>
                  </a:tcPr>
                </a:tc>
                <a:tc>
                  <a:txBody>
                    <a:bodyPr/>
                    <a:lstStyle/>
                    <a:p>
                      <a:pPr algn="ctr" fontAlgn="b"/>
                      <a:r>
                        <a:rPr lang="en-GB" sz="900" b="1" i="0" u="none" strike="noStrike" dirty="0">
                          <a:solidFill>
                            <a:srgbClr val="FFFFFF"/>
                          </a:solidFill>
                          <a:effectLst/>
                          <a:latin typeface="Calibri" panose="020F0502020204030204" pitchFamily="34" charset="0"/>
                          <a:cs typeface="Calibri" panose="020F0502020204030204" pitchFamily="34" charset="0"/>
                        </a:rPr>
                        <a:t>Total</a:t>
                      </a:r>
                    </a:p>
                  </a:txBody>
                  <a:tcPr marL="0" marR="0" marT="0" marB="0" anchor="b">
                    <a:lnL w="6350" cap="flat" cmpd="sng" algn="ctr">
                      <a:solidFill>
                        <a:srgbClr val="D2D3D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23873"/>
                    </a:solidFill>
                  </a:tcPr>
                </a:tc>
                <a:extLst>
                  <a:ext uri="{0D108BD9-81ED-4DB2-BD59-A6C34878D82A}">
                    <a16:rowId xmlns:a16="http://schemas.microsoft.com/office/drawing/2014/main" val="10002"/>
                  </a:ext>
                </a:extLst>
              </a:tr>
              <a:tr h="152400">
                <a:tc>
                  <a:txBody>
                    <a:bodyPr/>
                    <a:lstStyle/>
                    <a:p>
                      <a:pPr algn="l" fontAlgn="b"/>
                      <a:r>
                        <a:rPr lang="en-GB" sz="900" b="0" i="0" u="none" strike="noStrike" dirty="0">
                          <a:solidFill>
                            <a:srgbClr val="000000"/>
                          </a:solidFill>
                          <a:effectLst/>
                          <a:latin typeface="Calibri" panose="020F0502020204030204" pitchFamily="34" charset="0"/>
                          <a:cs typeface="Calibri" panose="020F0502020204030204" pitchFamily="34" charset="0"/>
                        </a:rPr>
                        <a:t>ABC</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FFFFFF"/>
                    </a:solidFill>
                  </a:tcPr>
                </a:tc>
                <a:tc>
                  <a:txBody>
                    <a:bodyPr/>
                    <a:lstStyle/>
                    <a:p>
                      <a:pPr algn="r" fontAlgn="b"/>
                      <a:r>
                        <a:rPr lang="en-GB" sz="900" b="0" i="0" u="none" strike="noStrike">
                          <a:solidFill>
                            <a:srgbClr val="000000"/>
                          </a:solidFill>
                          <a:effectLst/>
                          <a:latin typeface="Calibri" panose="020F0502020204030204" pitchFamily="34" charset="0"/>
                          <a:cs typeface="Calibri" panose="020F0502020204030204" pitchFamily="34" charset="0"/>
                        </a:rPr>
                        <a:t>1,000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a:noFill/>
                    </a:lnB>
                    <a:solidFill>
                      <a:srgbClr val="FFFFFF"/>
                    </a:solidFill>
                  </a:tcPr>
                </a:tc>
                <a:tc>
                  <a:txBody>
                    <a:bodyPr/>
                    <a:lstStyle/>
                    <a:p>
                      <a:pPr algn="r" fontAlgn="b"/>
                      <a:r>
                        <a:rPr lang="en-GB" sz="900" b="0" i="0" u="none" strike="noStrike">
                          <a:solidFill>
                            <a:srgbClr val="000000"/>
                          </a:solidFill>
                          <a:effectLst/>
                          <a:latin typeface="Calibri" panose="020F0502020204030204" pitchFamily="34" charset="0"/>
                          <a:cs typeface="Calibri" panose="020F0502020204030204" pitchFamily="34" charset="0"/>
                        </a:rPr>
                        <a:t>4,000</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FFFFFF"/>
                    </a:solidFill>
                  </a:tcPr>
                </a:tc>
                <a:tc>
                  <a:txBody>
                    <a:bodyPr/>
                    <a:lstStyle/>
                    <a:p>
                      <a:pPr algn="r" fontAlgn="b"/>
                      <a:r>
                        <a:rPr lang="en-GB" sz="900" b="0" i="0" u="none" strike="noStrike" dirty="0">
                          <a:solidFill>
                            <a:srgbClr val="000000"/>
                          </a:solidFill>
                          <a:effectLst/>
                          <a:latin typeface="Calibri" panose="020F0502020204030204" pitchFamily="34" charset="0"/>
                          <a:cs typeface="Calibri" panose="020F0502020204030204" pitchFamily="34" charset="0"/>
                        </a:rPr>
                        <a:t>5,000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DFE7F2"/>
                    </a:solidFill>
                  </a:tcPr>
                </a:tc>
                <a:tc>
                  <a:txBody>
                    <a:bodyPr/>
                    <a:lstStyle/>
                    <a:p>
                      <a:pPr algn="r" fontAlgn="b"/>
                      <a:r>
                        <a:rPr lang="en-GB" sz="900" b="1" i="0" u="none" strike="noStrike" dirty="0">
                          <a:solidFill>
                            <a:srgbClr val="000000"/>
                          </a:solidFill>
                          <a:effectLst/>
                          <a:latin typeface="Calibri" panose="020F0502020204030204" pitchFamily="34" charset="0"/>
                          <a:cs typeface="Calibri" panose="020F0502020204030204" pitchFamily="34" charset="0"/>
                        </a:rPr>
                        <a:t>10,000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C7E9FD"/>
                    </a:solidFill>
                  </a:tcPr>
                </a:tc>
                <a:extLst>
                  <a:ext uri="{0D108BD9-81ED-4DB2-BD59-A6C34878D82A}">
                    <a16:rowId xmlns:a16="http://schemas.microsoft.com/office/drawing/2014/main" val="10003"/>
                  </a:ext>
                </a:extLst>
              </a:tr>
              <a:tr h="152400">
                <a:tc>
                  <a:txBody>
                    <a:bodyPr/>
                    <a:lstStyle/>
                    <a:p>
                      <a:pPr algn="l" fontAlgn="b"/>
                      <a:r>
                        <a:rPr lang="en-GB" sz="900" b="0" i="1" u="none" strike="noStrike" dirty="0">
                          <a:solidFill>
                            <a:srgbClr val="7A7B7E"/>
                          </a:solidFill>
                          <a:effectLst/>
                          <a:latin typeface="Calibri" panose="020F0502020204030204" pitchFamily="34" charset="0"/>
                          <a:cs typeface="Calibri" panose="020F0502020204030204" pitchFamily="34" charset="0"/>
                        </a:rPr>
                        <a:t>XX</a:t>
                      </a:r>
                    </a:p>
                  </a:txBody>
                  <a:tcPr marL="85725" marR="0" marT="0" marB="0" anchor="b">
                    <a:lnL>
                      <a:noFill/>
                    </a:lnL>
                    <a:lnR>
                      <a:noFill/>
                    </a:lnR>
                    <a:lnT>
                      <a:noFill/>
                    </a:lnT>
                    <a:lnB>
                      <a:noFill/>
                    </a:lnB>
                    <a:solidFill>
                      <a:srgbClr val="F1F6FA"/>
                    </a:solidFill>
                  </a:tcPr>
                </a:tc>
                <a:tc>
                  <a:txBody>
                    <a:bodyPr/>
                    <a:lstStyle/>
                    <a:p>
                      <a:pPr algn="r" fontAlgn="b"/>
                      <a:r>
                        <a:rPr lang="en-GB" sz="900" b="0" i="1" u="none" strike="noStrike" dirty="0">
                          <a:solidFill>
                            <a:srgbClr val="7A7B7E"/>
                          </a:solidFill>
                          <a:effectLst/>
                          <a:latin typeface="Calibri" panose="020F0502020204030204" pitchFamily="34" charset="0"/>
                          <a:cs typeface="Calibri" panose="020F0502020204030204" pitchFamily="34" charset="0"/>
                        </a:rPr>
                        <a:t>500</a:t>
                      </a:r>
                    </a:p>
                  </a:txBody>
                  <a:tcPr marL="0" marR="0" marT="0" marB="0" anchor="b">
                    <a:lnL>
                      <a:noFill/>
                    </a:lnL>
                    <a:lnR>
                      <a:noFill/>
                    </a:lnR>
                    <a:lnT>
                      <a:noFill/>
                    </a:lnT>
                    <a:lnB>
                      <a:noFill/>
                    </a:lnB>
                    <a:solidFill>
                      <a:srgbClr val="F1F6FA"/>
                    </a:solidFill>
                  </a:tcPr>
                </a:tc>
                <a:tc>
                  <a:txBody>
                    <a:bodyPr/>
                    <a:lstStyle/>
                    <a:p>
                      <a:pPr algn="r" fontAlgn="b"/>
                      <a:r>
                        <a:rPr lang="en-GB" sz="900" b="0" i="1" u="none" strike="noStrike" dirty="0">
                          <a:solidFill>
                            <a:srgbClr val="7A7B7E"/>
                          </a:solidFill>
                          <a:effectLst/>
                          <a:latin typeface="Calibri" panose="020F0502020204030204" pitchFamily="34" charset="0"/>
                          <a:cs typeface="Calibri" panose="020F0502020204030204" pitchFamily="34" charset="0"/>
                        </a:rPr>
                        <a:t>2,000</a:t>
                      </a:r>
                    </a:p>
                  </a:txBody>
                  <a:tcPr marL="0" marR="0" marT="0" marB="0" anchor="b">
                    <a:lnL>
                      <a:noFill/>
                    </a:lnL>
                    <a:lnR w="6350" cap="flat" cmpd="sng" algn="ctr">
                      <a:solidFill>
                        <a:srgbClr val="FFFFFF"/>
                      </a:solidFill>
                      <a:prstDash val="solid"/>
                      <a:round/>
                      <a:headEnd type="none" w="med" len="med"/>
                      <a:tailEnd type="none" w="med" len="med"/>
                    </a:lnR>
                    <a:lnT>
                      <a:noFill/>
                    </a:lnT>
                    <a:lnB>
                      <a:noFill/>
                    </a:lnB>
                    <a:solidFill>
                      <a:srgbClr val="F1F6FA"/>
                    </a:solidFill>
                  </a:tcPr>
                </a:tc>
                <a:tc>
                  <a:txBody>
                    <a:bodyPr/>
                    <a:lstStyle/>
                    <a:p>
                      <a:pPr algn="r" fontAlgn="b"/>
                      <a:r>
                        <a:rPr lang="en-GB" sz="900" b="0" i="1" u="none" strike="noStrike" dirty="0">
                          <a:solidFill>
                            <a:srgbClr val="7A7B7E"/>
                          </a:solidFill>
                          <a:effectLst/>
                          <a:latin typeface="Calibri" panose="020F0502020204030204" pitchFamily="34" charset="0"/>
                          <a:cs typeface="Calibri" panose="020F0502020204030204" pitchFamily="34" charset="0"/>
                        </a:rPr>
                        <a:t>2,500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DFE7F2"/>
                    </a:solidFill>
                  </a:tcPr>
                </a:tc>
                <a:tc>
                  <a:txBody>
                    <a:bodyPr/>
                    <a:lstStyle/>
                    <a:p>
                      <a:pPr algn="r" fontAlgn="b"/>
                      <a:r>
                        <a:rPr lang="en-GB" sz="900" b="0" i="1" u="none" strike="noStrike" dirty="0">
                          <a:solidFill>
                            <a:srgbClr val="7A7B7E"/>
                          </a:solidFill>
                          <a:effectLst/>
                          <a:latin typeface="Calibri" panose="020F0502020204030204" pitchFamily="34" charset="0"/>
                          <a:cs typeface="Calibri" panose="020F0502020204030204" pitchFamily="34" charset="0"/>
                        </a:rPr>
                        <a: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C7E9FD"/>
                    </a:solidFill>
                  </a:tcPr>
                </a:tc>
                <a:extLst>
                  <a:ext uri="{0D108BD9-81ED-4DB2-BD59-A6C34878D82A}">
                    <a16:rowId xmlns:a16="http://schemas.microsoft.com/office/drawing/2014/main" val="10004"/>
                  </a:ext>
                </a:extLst>
              </a:tr>
              <a:tr h="152400">
                <a:tc>
                  <a:txBody>
                    <a:bodyPr/>
                    <a:lstStyle/>
                    <a:p>
                      <a:pPr algn="l" fontAlgn="b"/>
                      <a:r>
                        <a:rPr lang="en-GB" sz="900" b="0" i="1" u="none" strike="noStrike">
                          <a:solidFill>
                            <a:srgbClr val="7A7B7E"/>
                          </a:solidFill>
                          <a:effectLst/>
                          <a:latin typeface="Calibri" panose="020F0502020204030204" pitchFamily="34" charset="0"/>
                          <a:cs typeface="Calibri" panose="020F0502020204030204" pitchFamily="34" charset="0"/>
                        </a:rPr>
                        <a:t>YY</a:t>
                      </a:r>
                    </a:p>
                  </a:txBody>
                  <a:tcPr marL="85725" marR="0" marT="0" marB="0" anchor="b">
                    <a:lnL>
                      <a:noFill/>
                    </a:lnL>
                    <a:lnR>
                      <a:noFill/>
                    </a:lnR>
                    <a:lnT>
                      <a:noFill/>
                    </a:lnT>
                    <a:lnB>
                      <a:noFill/>
                    </a:lnB>
                    <a:solidFill>
                      <a:srgbClr val="F1F6FA"/>
                    </a:solidFill>
                  </a:tcPr>
                </a:tc>
                <a:tc>
                  <a:txBody>
                    <a:bodyPr/>
                    <a:lstStyle/>
                    <a:p>
                      <a:pPr algn="r" fontAlgn="b"/>
                      <a:r>
                        <a:rPr lang="en-GB" sz="900" b="0" i="1" u="none" strike="noStrike" dirty="0">
                          <a:solidFill>
                            <a:srgbClr val="7A7B7E"/>
                          </a:solidFill>
                          <a:effectLst/>
                          <a:latin typeface="Calibri" panose="020F0502020204030204" pitchFamily="34" charset="0"/>
                          <a:cs typeface="Calibri" panose="020F0502020204030204" pitchFamily="34" charset="0"/>
                        </a:rPr>
                        <a:t>500</a:t>
                      </a:r>
                    </a:p>
                  </a:txBody>
                  <a:tcPr marL="0" marR="0" marT="0" marB="0" anchor="b">
                    <a:lnL>
                      <a:noFill/>
                    </a:lnL>
                    <a:lnR>
                      <a:noFill/>
                    </a:lnR>
                    <a:lnT>
                      <a:noFill/>
                    </a:lnT>
                    <a:lnB>
                      <a:noFill/>
                    </a:lnB>
                    <a:solidFill>
                      <a:srgbClr val="F1F6FA"/>
                    </a:solidFill>
                  </a:tcPr>
                </a:tc>
                <a:tc>
                  <a:txBody>
                    <a:bodyPr/>
                    <a:lstStyle/>
                    <a:p>
                      <a:pPr algn="r" fontAlgn="b"/>
                      <a:r>
                        <a:rPr lang="en-GB" sz="900" b="0" i="1" u="none" strike="noStrike" dirty="0">
                          <a:solidFill>
                            <a:srgbClr val="7A7B7E"/>
                          </a:solidFill>
                          <a:effectLst/>
                          <a:latin typeface="Calibri" panose="020F0502020204030204" pitchFamily="34" charset="0"/>
                          <a:cs typeface="Calibri" panose="020F0502020204030204" pitchFamily="34" charset="0"/>
                        </a:rPr>
                        <a:t>2,000</a:t>
                      </a:r>
                    </a:p>
                  </a:txBody>
                  <a:tcPr marL="0" marR="0" marT="0" marB="0" anchor="b">
                    <a:lnL>
                      <a:noFill/>
                    </a:lnL>
                    <a:lnR w="6350" cap="flat" cmpd="sng" algn="ctr">
                      <a:solidFill>
                        <a:srgbClr val="FFFFFF"/>
                      </a:solidFill>
                      <a:prstDash val="solid"/>
                      <a:round/>
                      <a:headEnd type="none" w="med" len="med"/>
                      <a:tailEnd type="none" w="med" len="med"/>
                    </a:lnR>
                    <a:lnT>
                      <a:noFill/>
                    </a:lnT>
                    <a:lnB>
                      <a:noFill/>
                    </a:lnB>
                    <a:solidFill>
                      <a:srgbClr val="F1F6FA"/>
                    </a:solidFill>
                  </a:tcPr>
                </a:tc>
                <a:tc>
                  <a:txBody>
                    <a:bodyPr/>
                    <a:lstStyle/>
                    <a:p>
                      <a:pPr algn="r" fontAlgn="b"/>
                      <a:r>
                        <a:rPr lang="en-GB" sz="900" b="0" i="1" u="none" strike="noStrike" dirty="0">
                          <a:solidFill>
                            <a:srgbClr val="7A7B7E"/>
                          </a:solidFill>
                          <a:effectLst/>
                          <a:latin typeface="Calibri" panose="020F0502020204030204" pitchFamily="34" charset="0"/>
                          <a:cs typeface="Calibri" panose="020F0502020204030204" pitchFamily="34" charset="0"/>
                        </a:rPr>
                        <a:t>2,500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DFE7F2"/>
                    </a:solidFill>
                  </a:tcPr>
                </a:tc>
                <a:tc>
                  <a:txBody>
                    <a:bodyPr/>
                    <a:lstStyle/>
                    <a:p>
                      <a:pPr algn="r" fontAlgn="b"/>
                      <a:r>
                        <a:rPr lang="en-GB" sz="900" b="0" i="1" u="none" strike="noStrike" dirty="0">
                          <a:solidFill>
                            <a:srgbClr val="7A7B7E"/>
                          </a:solidFill>
                          <a:effectLst/>
                          <a:latin typeface="Calibri" panose="020F0502020204030204" pitchFamily="34" charset="0"/>
                          <a:cs typeface="Calibri" panose="020F0502020204030204" pitchFamily="34" charset="0"/>
                        </a:rPr>
                        <a:t>-</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C7E9FD"/>
                    </a:solidFill>
                  </a:tcPr>
                </a:tc>
                <a:extLst>
                  <a:ext uri="{0D108BD9-81ED-4DB2-BD59-A6C34878D82A}">
                    <a16:rowId xmlns:a16="http://schemas.microsoft.com/office/drawing/2014/main" val="10005"/>
                  </a:ext>
                </a:extLst>
              </a:tr>
              <a:tr h="152400">
                <a:tc>
                  <a:txBody>
                    <a:bodyPr/>
                    <a:lstStyle/>
                    <a:p>
                      <a:pPr algn="l" fontAlgn="b"/>
                      <a:r>
                        <a:rPr lang="en-GB" sz="900" b="0" i="0" u="none" strike="noStrike">
                          <a:solidFill>
                            <a:srgbClr val="000000"/>
                          </a:solidFill>
                          <a:effectLst/>
                          <a:latin typeface="Calibri" panose="020F0502020204030204" pitchFamily="34" charset="0"/>
                          <a:cs typeface="Calibri" panose="020F0502020204030204" pitchFamily="34" charset="0"/>
                        </a:rPr>
                        <a:t>DEF</a:t>
                      </a:r>
                    </a:p>
                  </a:txBody>
                  <a:tcPr marL="0" marR="0" marT="0" marB="0" anchor="b">
                    <a:lnL>
                      <a:noFill/>
                    </a:lnL>
                    <a:lnR w="635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r" fontAlgn="b"/>
                      <a:r>
                        <a:rPr lang="en-GB" sz="900" b="0" i="0" u="none" strike="noStrike">
                          <a:solidFill>
                            <a:srgbClr val="000000"/>
                          </a:solidFill>
                          <a:effectLst/>
                          <a:latin typeface="Calibri" panose="020F0502020204030204" pitchFamily="34" charset="0"/>
                          <a:cs typeface="Calibri" panose="020F0502020204030204" pitchFamily="34" charset="0"/>
                        </a:rPr>
                        <a:t>2,000</a:t>
                      </a:r>
                    </a:p>
                  </a:txBody>
                  <a:tcPr marL="0" marR="0" marT="0" marB="0" anchor="b">
                    <a:lnL w="6350" cap="flat" cmpd="sng" algn="ctr">
                      <a:solidFill>
                        <a:srgbClr val="FFFFFF"/>
                      </a:solidFill>
                      <a:prstDash val="solid"/>
                      <a:round/>
                      <a:headEnd type="none" w="med" len="med"/>
                      <a:tailEnd type="none" w="med" len="med"/>
                    </a:lnL>
                    <a:lnR>
                      <a:noFill/>
                    </a:lnR>
                    <a:lnT>
                      <a:noFill/>
                    </a:lnT>
                    <a:lnB>
                      <a:noFill/>
                    </a:lnB>
                    <a:solidFill>
                      <a:srgbClr val="FFFFFF"/>
                    </a:solidFill>
                  </a:tcPr>
                </a:tc>
                <a:tc>
                  <a:txBody>
                    <a:bodyPr/>
                    <a:lstStyle/>
                    <a:p>
                      <a:pPr algn="r" fontAlgn="b"/>
                      <a:r>
                        <a:rPr lang="en-GB" sz="900" b="0" i="0" u="none" strike="noStrike">
                          <a:solidFill>
                            <a:srgbClr val="000000"/>
                          </a:solidFill>
                          <a:effectLst/>
                          <a:latin typeface="Calibri" panose="020F0502020204030204" pitchFamily="34" charset="0"/>
                          <a:cs typeface="Calibri" panose="020F0502020204030204" pitchFamily="34" charset="0"/>
                        </a:rPr>
                        <a:t>3,000</a:t>
                      </a:r>
                    </a:p>
                  </a:txBody>
                  <a:tcPr marL="0" marR="0" marT="0" marB="0" anchor="b">
                    <a:lnL>
                      <a:noFill/>
                    </a:lnL>
                    <a:lnR w="635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r" fontAlgn="b"/>
                      <a:r>
                        <a:rPr lang="en-GB" sz="900" b="0" i="0" u="none" strike="noStrike" dirty="0">
                          <a:solidFill>
                            <a:srgbClr val="000000"/>
                          </a:solidFill>
                          <a:effectLst/>
                          <a:latin typeface="Calibri" panose="020F0502020204030204" pitchFamily="34" charset="0"/>
                          <a:cs typeface="Calibri" panose="020F0502020204030204" pitchFamily="34" charset="0"/>
                        </a:rPr>
                        <a:t>5,000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DFE7F2"/>
                    </a:solidFill>
                  </a:tcPr>
                </a:tc>
                <a:tc>
                  <a:txBody>
                    <a:bodyPr/>
                    <a:lstStyle/>
                    <a:p>
                      <a:pPr algn="r" fontAlgn="b"/>
                      <a:r>
                        <a:rPr lang="en-GB" sz="900" b="1" i="0" u="none" strike="noStrike" dirty="0">
                          <a:solidFill>
                            <a:srgbClr val="000000"/>
                          </a:solidFill>
                          <a:effectLst/>
                          <a:latin typeface="Calibri" panose="020F0502020204030204" pitchFamily="34" charset="0"/>
                          <a:cs typeface="Calibri" panose="020F0502020204030204" pitchFamily="34" charset="0"/>
                        </a:rPr>
                        <a:t>10,000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C7E9FD"/>
                    </a:solidFill>
                  </a:tcPr>
                </a:tc>
                <a:extLst>
                  <a:ext uri="{0D108BD9-81ED-4DB2-BD59-A6C34878D82A}">
                    <a16:rowId xmlns:a16="http://schemas.microsoft.com/office/drawing/2014/main" val="10006"/>
                  </a:ext>
                </a:extLst>
              </a:tr>
              <a:tr h="152400">
                <a:tc>
                  <a:txBody>
                    <a:bodyPr/>
                    <a:lstStyle/>
                    <a:p>
                      <a:pPr algn="l" fontAlgn="b"/>
                      <a:r>
                        <a:rPr lang="en-GB" sz="900" b="0" i="0" u="none" strike="noStrike">
                          <a:solidFill>
                            <a:srgbClr val="000000"/>
                          </a:solidFill>
                          <a:effectLst/>
                          <a:latin typeface="Calibri" panose="020F0502020204030204" pitchFamily="34" charset="0"/>
                          <a:cs typeface="Calibri" panose="020F0502020204030204" pitchFamily="34" charset="0"/>
                        </a:rPr>
                        <a:t>GHI</a:t>
                      </a:r>
                    </a:p>
                  </a:txBody>
                  <a:tcPr marL="0" marR="0" marT="0" marB="0" anchor="b">
                    <a:lnL>
                      <a:noFill/>
                    </a:lnL>
                    <a:lnR w="635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r" fontAlgn="b"/>
                      <a:r>
                        <a:rPr lang="en-GB" sz="900" b="0" i="0" u="none" strike="noStrike">
                          <a:solidFill>
                            <a:srgbClr val="000000"/>
                          </a:solidFill>
                          <a:effectLst/>
                          <a:latin typeface="Calibri" panose="020F0502020204030204" pitchFamily="34" charset="0"/>
                          <a:cs typeface="Calibri" panose="020F0502020204030204" pitchFamily="34" charset="0"/>
                        </a:rPr>
                        <a:t>3,000</a:t>
                      </a:r>
                    </a:p>
                  </a:txBody>
                  <a:tcPr marL="0" marR="0" marT="0" marB="0" anchor="b">
                    <a:lnL w="6350" cap="flat" cmpd="sng" algn="ctr">
                      <a:solidFill>
                        <a:srgbClr val="FFFFFF"/>
                      </a:solidFill>
                      <a:prstDash val="solid"/>
                      <a:round/>
                      <a:headEnd type="none" w="med" len="med"/>
                      <a:tailEnd type="none" w="med" len="med"/>
                    </a:lnL>
                    <a:lnR>
                      <a:noFill/>
                    </a:lnR>
                    <a:lnT>
                      <a:noFill/>
                    </a:lnT>
                    <a:lnB>
                      <a:noFill/>
                    </a:lnB>
                    <a:solidFill>
                      <a:srgbClr val="FFFFFF"/>
                    </a:solidFill>
                  </a:tcPr>
                </a:tc>
                <a:tc>
                  <a:txBody>
                    <a:bodyPr/>
                    <a:lstStyle/>
                    <a:p>
                      <a:pPr algn="r" fontAlgn="b"/>
                      <a:r>
                        <a:rPr lang="en-GB" sz="900" b="0" i="0" u="none" strike="noStrike" dirty="0">
                          <a:solidFill>
                            <a:srgbClr val="000000"/>
                          </a:solidFill>
                          <a:effectLst/>
                          <a:latin typeface="Calibri" panose="020F0502020204030204" pitchFamily="34" charset="0"/>
                          <a:cs typeface="Calibri" panose="020F0502020204030204" pitchFamily="34" charset="0"/>
                        </a:rPr>
                        <a:t>2,000</a:t>
                      </a:r>
                    </a:p>
                  </a:txBody>
                  <a:tcPr marL="0" marR="0" marT="0" marB="0" anchor="b">
                    <a:lnL>
                      <a:noFill/>
                    </a:lnL>
                    <a:lnR w="635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r" fontAlgn="b"/>
                      <a:r>
                        <a:rPr lang="en-GB" sz="900" b="0" i="0" u="none" strike="noStrike" dirty="0">
                          <a:solidFill>
                            <a:srgbClr val="000000"/>
                          </a:solidFill>
                          <a:effectLst/>
                          <a:latin typeface="Calibri" panose="020F0502020204030204" pitchFamily="34" charset="0"/>
                          <a:cs typeface="Calibri" panose="020F0502020204030204" pitchFamily="34" charset="0"/>
                        </a:rPr>
                        <a:t>5,000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DFE7F2"/>
                    </a:solidFill>
                  </a:tcPr>
                </a:tc>
                <a:tc>
                  <a:txBody>
                    <a:bodyPr/>
                    <a:lstStyle/>
                    <a:p>
                      <a:pPr algn="r" fontAlgn="b"/>
                      <a:r>
                        <a:rPr lang="en-GB" sz="900" b="1" i="0" u="none" strike="noStrike" dirty="0">
                          <a:solidFill>
                            <a:srgbClr val="000000"/>
                          </a:solidFill>
                          <a:effectLst/>
                          <a:latin typeface="Calibri" panose="020F0502020204030204" pitchFamily="34" charset="0"/>
                          <a:cs typeface="Calibri" panose="020F0502020204030204" pitchFamily="34" charset="0"/>
                        </a:rPr>
                        <a:t>10,000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C7E9FD"/>
                    </a:solidFill>
                  </a:tcPr>
                </a:tc>
                <a:extLst>
                  <a:ext uri="{0D108BD9-81ED-4DB2-BD59-A6C34878D82A}">
                    <a16:rowId xmlns:a16="http://schemas.microsoft.com/office/drawing/2014/main" val="10007"/>
                  </a:ext>
                </a:extLst>
              </a:tr>
              <a:tr h="152400">
                <a:tc>
                  <a:txBody>
                    <a:bodyPr/>
                    <a:lstStyle/>
                    <a:p>
                      <a:pPr algn="l" fontAlgn="b"/>
                      <a:r>
                        <a:rPr lang="en-GB" sz="900" b="0" i="0" u="none" strike="noStrike">
                          <a:solidFill>
                            <a:srgbClr val="000000"/>
                          </a:solidFill>
                          <a:effectLst/>
                          <a:latin typeface="Calibri" panose="020F0502020204030204" pitchFamily="34" charset="0"/>
                          <a:cs typeface="Calibri" panose="020F0502020204030204" pitchFamily="34" charset="0"/>
                        </a:rPr>
                        <a:t>JKL</a:t>
                      </a:r>
                    </a:p>
                  </a:txBody>
                  <a:tcPr marL="0" marR="0" marT="0" marB="0" anchor="b">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FFFFFF"/>
                    </a:solidFill>
                  </a:tcPr>
                </a:tc>
                <a:tc>
                  <a:txBody>
                    <a:bodyPr/>
                    <a:lstStyle/>
                    <a:p>
                      <a:pPr algn="r" fontAlgn="b"/>
                      <a:r>
                        <a:rPr lang="en-GB" sz="900" b="0" i="0" u="none" strike="noStrike">
                          <a:solidFill>
                            <a:srgbClr val="000000"/>
                          </a:solidFill>
                          <a:effectLst/>
                          <a:latin typeface="Calibri" panose="020F0502020204030204" pitchFamily="34" charset="0"/>
                          <a:cs typeface="Calibri" panose="020F0502020204030204" pitchFamily="34" charset="0"/>
                        </a:rPr>
                        <a:t>4,000</a:t>
                      </a:r>
                    </a:p>
                  </a:txBody>
                  <a:tcPr marL="0" marR="0" marT="0" marB="0" anchor="b">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FFFFFF"/>
                    </a:solidFill>
                  </a:tcPr>
                </a:tc>
                <a:tc>
                  <a:txBody>
                    <a:bodyPr/>
                    <a:lstStyle/>
                    <a:p>
                      <a:pPr algn="r" fontAlgn="b"/>
                      <a:r>
                        <a:rPr lang="en-GB" sz="900" b="0" i="0" u="none" strike="noStrike">
                          <a:solidFill>
                            <a:srgbClr val="000000"/>
                          </a:solidFill>
                          <a:effectLst/>
                          <a:latin typeface="Calibri" panose="020F0502020204030204" pitchFamily="34" charset="0"/>
                          <a:cs typeface="Calibri" panose="020F0502020204030204" pitchFamily="34" charset="0"/>
                        </a:rPr>
                        <a:t>1,000</a:t>
                      </a:r>
                    </a:p>
                  </a:txBody>
                  <a:tcPr marL="0" marR="0" marT="0" marB="0" anchor="b">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FFFFFF"/>
                    </a:solidFill>
                  </a:tcPr>
                </a:tc>
                <a:tc>
                  <a:txBody>
                    <a:bodyPr/>
                    <a:lstStyle/>
                    <a:p>
                      <a:pPr algn="r" fontAlgn="b"/>
                      <a:r>
                        <a:rPr lang="en-GB" sz="900" b="0" i="0" u="none" strike="noStrike" dirty="0">
                          <a:solidFill>
                            <a:srgbClr val="000000"/>
                          </a:solidFill>
                          <a:effectLst/>
                          <a:latin typeface="Calibri" panose="020F0502020204030204" pitchFamily="34" charset="0"/>
                          <a:cs typeface="Calibri" panose="020F0502020204030204" pitchFamily="34" charset="0"/>
                        </a:rPr>
                        <a:t>5,000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DFE7F2"/>
                    </a:solidFill>
                  </a:tcPr>
                </a:tc>
                <a:tc>
                  <a:txBody>
                    <a:bodyPr/>
                    <a:lstStyle/>
                    <a:p>
                      <a:pPr algn="r" fontAlgn="b"/>
                      <a:r>
                        <a:rPr lang="en-GB" sz="900" b="1" i="0" u="none" strike="noStrike" dirty="0">
                          <a:solidFill>
                            <a:srgbClr val="000000"/>
                          </a:solidFill>
                          <a:effectLst/>
                          <a:latin typeface="Calibri" panose="020F0502020204030204" pitchFamily="34" charset="0"/>
                          <a:cs typeface="Calibri" panose="020F0502020204030204" pitchFamily="34" charset="0"/>
                        </a:rPr>
                        <a:t>10,000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C7E9FD"/>
                    </a:solidFill>
                  </a:tcPr>
                </a:tc>
                <a:extLst>
                  <a:ext uri="{0D108BD9-81ED-4DB2-BD59-A6C34878D82A}">
                    <a16:rowId xmlns:a16="http://schemas.microsoft.com/office/drawing/2014/main" val="10008"/>
                  </a:ext>
                </a:extLst>
              </a:tr>
              <a:tr h="152400">
                <a:tc>
                  <a:txBody>
                    <a:bodyPr/>
                    <a:lstStyle/>
                    <a:p>
                      <a:pPr algn="l" fontAlgn="b"/>
                      <a:r>
                        <a:rPr lang="en-GB" sz="900" b="1" i="0" u="none" strike="noStrike" dirty="0">
                          <a:solidFill>
                            <a:srgbClr val="FFFFFF"/>
                          </a:solidFill>
                          <a:effectLst/>
                          <a:latin typeface="Calibri" panose="020F0502020204030204" pitchFamily="34" charset="0"/>
                          <a:cs typeface="Calibri" panose="020F0502020204030204" pitchFamily="34" charset="0"/>
                        </a:rPr>
                        <a:t>Gross Profit</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BFBF"/>
                    </a:solidFill>
                  </a:tcPr>
                </a:tc>
                <a:tc>
                  <a:txBody>
                    <a:bodyPr/>
                    <a:lstStyle/>
                    <a:p>
                      <a:pPr algn="r" fontAlgn="b"/>
                      <a:r>
                        <a:rPr lang="en-GB" sz="900" b="1" i="0" u="none" strike="noStrike" dirty="0">
                          <a:solidFill>
                            <a:srgbClr val="FFFFFF"/>
                          </a:solidFill>
                          <a:effectLst/>
                          <a:latin typeface="Calibri" panose="020F0502020204030204" pitchFamily="34" charset="0"/>
                          <a:cs typeface="Calibri" panose="020F0502020204030204" pitchFamily="34" charset="0"/>
                        </a:rPr>
                        <a:t>10,000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BFBF"/>
                    </a:solidFill>
                  </a:tcPr>
                </a:tc>
                <a:tc>
                  <a:txBody>
                    <a:bodyPr/>
                    <a:lstStyle/>
                    <a:p>
                      <a:pPr algn="r" fontAlgn="b"/>
                      <a:r>
                        <a:rPr lang="en-GB" sz="900" b="1" i="0" u="none" strike="noStrike" dirty="0">
                          <a:solidFill>
                            <a:srgbClr val="FFFFFF"/>
                          </a:solidFill>
                          <a:effectLst/>
                          <a:latin typeface="Calibri" panose="020F0502020204030204" pitchFamily="34" charset="0"/>
                          <a:cs typeface="Calibri" panose="020F0502020204030204" pitchFamily="34" charset="0"/>
                        </a:rPr>
                        <a:t>10,000</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BFBF"/>
                    </a:solidFill>
                  </a:tcPr>
                </a:tc>
                <a:tc>
                  <a:txBody>
                    <a:bodyPr/>
                    <a:lstStyle/>
                    <a:p>
                      <a:pPr algn="r" fontAlgn="b"/>
                      <a:r>
                        <a:rPr lang="en-GB" sz="900" b="1" i="0" u="none" strike="noStrike" dirty="0">
                          <a:solidFill>
                            <a:srgbClr val="FFFFFF"/>
                          </a:solidFill>
                          <a:effectLst/>
                          <a:latin typeface="Calibri" panose="020F0502020204030204" pitchFamily="34" charset="0"/>
                          <a:cs typeface="Calibri" panose="020F0502020204030204" pitchFamily="34" charset="0"/>
                        </a:rPr>
                        <a:t>20,000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BFBF"/>
                    </a:solidFill>
                  </a:tcPr>
                </a:tc>
                <a:tc>
                  <a:txBody>
                    <a:bodyPr/>
                    <a:lstStyle/>
                    <a:p>
                      <a:pPr algn="r" fontAlgn="b"/>
                      <a:r>
                        <a:rPr lang="en-GB" sz="900" b="1" i="0" u="none" strike="noStrike" dirty="0">
                          <a:solidFill>
                            <a:srgbClr val="FFFFFF"/>
                          </a:solidFill>
                          <a:effectLst/>
                          <a:latin typeface="Calibri" panose="020F0502020204030204" pitchFamily="34" charset="0"/>
                          <a:cs typeface="Calibri" panose="020F0502020204030204" pitchFamily="34" charset="0"/>
                        </a:rPr>
                        <a:t>40,000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BFBF"/>
                    </a:solidFill>
                  </a:tcPr>
                </a:tc>
                <a:extLst>
                  <a:ext uri="{0D108BD9-81ED-4DB2-BD59-A6C34878D82A}">
                    <a16:rowId xmlns:a16="http://schemas.microsoft.com/office/drawing/2014/main" val="10009"/>
                  </a:ext>
                </a:extLst>
              </a:tr>
              <a:tr h="152400">
                <a:tc>
                  <a:txBody>
                    <a:bodyPr/>
                    <a:lstStyle/>
                    <a:p>
                      <a:pPr algn="l" fontAlgn="b"/>
                      <a:r>
                        <a:rPr lang="en-GB" sz="900" b="0" i="0" u="none" strike="noStrike">
                          <a:solidFill>
                            <a:srgbClr val="000000"/>
                          </a:solidFill>
                          <a:effectLst/>
                          <a:latin typeface="Calibri" panose="020F0502020204030204" pitchFamily="34" charset="0"/>
                          <a:cs typeface="Calibri" panose="020F0502020204030204" pitchFamily="34" charset="0"/>
                        </a:rPr>
                        <a:t>Tax</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r" fontAlgn="b"/>
                      <a:r>
                        <a:rPr lang="en-GB" sz="900" b="0" i="0" u="none" strike="noStrike">
                          <a:solidFill>
                            <a:srgbClr val="000000"/>
                          </a:solidFill>
                          <a:effectLst/>
                          <a:latin typeface="Calibri" panose="020F0502020204030204" pitchFamily="34" charset="0"/>
                          <a:cs typeface="Calibri" panose="020F0502020204030204" pitchFamily="34" charset="0"/>
                        </a:rPr>
                        <a:t>(2,000)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r" fontAlgn="b"/>
                      <a:r>
                        <a:rPr lang="en-GB" sz="900" b="0" i="0" u="none" strike="noStrike">
                          <a:solidFill>
                            <a:srgbClr val="000000"/>
                          </a:solidFill>
                          <a:effectLst/>
                          <a:latin typeface="Calibri" panose="020F0502020204030204" pitchFamily="34" charset="0"/>
                          <a:cs typeface="Calibri" panose="020F0502020204030204" pitchFamily="34" charset="0"/>
                        </a:rPr>
                        <a:t>(2,000)</a:t>
                      </a: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r" fontAlgn="b"/>
                      <a:r>
                        <a:rPr lang="en-GB" sz="900" b="0" i="0" u="none" strike="noStrike" dirty="0">
                          <a:solidFill>
                            <a:srgbClr val="000000"/>
                          </a:solidFill>
                          <a:effectLst/>
                          <a:latin typeface="Calibri" panose="020F0502020204030204" pitchFamily="34" charset="0"/>
                          <a:cs typeface="Calibri" panose="020F0502020204030204" pitchFamily="34" charset="0"/>
                        </a:rPr>
                        <a:t>(4,000)</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7F2"/>
                    </a:solidFill>
                  </a:tcPr>
                </a:tc>
                <a:tc>
                  <a:txBody>
                    <a:bodyPr/>
                    <a:lstStyle/>
                    <a:p>
                      <a:pPr algn="r" fontAlgn="b"/>
                      <a:r>
                        <a:rPr lang="en-GB" sz="900" b="1" i="0" u="none" strike="noStrike" dirty="0">
                          <a:solidFill>
                            <a:srgbClr val="000000"/>
                          </a:solidFill>
                          <a:effectLst/>
                          <a:latin typeface="Calibri" panose="020F0502020204030204" pitchFamily="34" charset="0"/>
                          <a:cs typeface="Calibri" panose="020F0502020204030204" pitchFamily="34" charset="0"/>
                        </a:rPr>
                        <a:t>(8,000)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7E9FD"/>
                    </a:solidFill>
                  </a:tcPr>
                </a:tc>
                <a:extLst>
                  <a:ext uri="{0D108BD9-81ED-4DB2-BD59-A6C34878D82A}">
                    <a16:rowId xmlns:a16="http://schemas.microsoft.com/office/drawing/2014/main" val="10010"/>
                  </a:ext>
                </a:extLst>
              </a:tr>
              <a:tr h="152400">
                <a:tc>
                  <a:txBody>
                    <a:bodyPr/>
                    <a:lstStyle/>
                    <a:p>
                      <a:pPr algn="l" fontAlgn="b"/>
                      <a:r>
                        <a:rPr lang="en-GB" sz="900" b="1" i="0" u="none" strike="noStrike" dirty="0">
                          <a:solidFill>
                            <a:srgbClr val="FFFFFF"/>
                          </a:solidFill>
                          <a:effectLst/>
                          <a:latin typeface="Calibri" panose="020F0502020204030204" pitchFamily="34" charset="0"/>
                          <a:cs typeface="Calibri" panose="020F0502020204030204" pitchFamily="34" charset="0"/>
                        </a:rPr>
                        <a:t>Net Profit</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87D0F1"/>
                    </a:solidFill>
                  </a:tcPr>
                </a:tc>
                <a:tc>
                  <a:txBody>
                    <a:bodyPr/>
                    <a:lstStyle/>
                    <a:p>
                      <a:pPr algn="r" fontAlgn="b"/>
                      <a:r>
                        <a:rPr lang="en-GB" sz="900" b="1" i="0" u="none" strike="noStrike" dirty="0">
                          <a:solidFill>
                            <a:srgbClr val="FFFFFF"/>
                          </a:solidFill>
                          <a:effectLst/>
                          <a:latin typeface="Calibri" panose="020F0502020204030204" pitchFamily="34" charset="0"/>
                          <a:cs typeface="Calibri" panose="020F0502020204030204" pitchFamily="34" charset="0"/>
                        </a:rPr>
                        <a:t>8,000</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87D0F1"/>
                    </a:solidFill>
                  </a:tcPr>
                </a:tc>
                <a:tc>
                  <a:txBody>
                    <a:bodyPr/>
                    <a:lstStyle/>
                    <a:p>
                      <a:pPr algn="r" fontAlgn="b"/>
                      <a:r>
                        <a:rPr lang="en-GB" sz="900" b="1" i="0" u="none" strike="noStrike" dirty="0">
                          <a:solidFill>
                            <a:srgbClr val="FFFFFF"/>
                          </a:solidFill>
                          <a:effectLst/>
                          <a:latin typeface="Calibri" panose="020F0502020204030204" pitchFamily="34" charset="0"/>
                          <a:cs typeface="Calibri" panose="020F0502020204030204" pitchFamily="34" charset="0"/>
                        </a:rPr>
                        <a:t>8,000</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87D0F1"/>
                    </a:solidFill>
                  </a:tcPr>
                </a:tc>
                <a:tc>
                  <a:txBody>
                    <a:bodyPr/>
                    <a:lstStyle/>
                    <a:p>
                      <a:pPr algn="r" fontAlgn="b"/>
                      <a:r>
                        <a:rPr lang="en-GB" sz="900" b="1" i="0" u="none" strike="noStrike" dirty="0">
                          <a:solidFill>
                            <a:srgbClr val="FFFFFF"/>
                          </a:solidFill>
                          <a:effectLst/>
                          <a:latin typeface="Calibri" panose="020F0502020204030204" pitchFamily="34" charset="0"/>
                          <a:cs typeface="Calibri" panose="020F0502020204030204" pitchFamily="34" charset="0"/>
                        </a:rPr>
                        <a:t>16,000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87D0F1"/>
                    </a:solidFill>
                  </a:tcPr>
                </a:tc>
                <a:tc>
                  <a:txBody>
                    <a:bodyPr/>
                    <a:lstStyle/>
                    <a:p>
                      <a:pPr algn="r" fontAlgn="b"/>
                      <a:r>
                        <a:rPr lang="en-GB" sz="900" b="1" i="0" u="none" strike="noStrike" dirty="0">
                          <a:solidFill>
                            <a:srgbClr val="FFFFFF"/>
                          </a:solidFill>
                          <a:effectLst/>
                          <a:latin typeface="Calibri" panose="020F0502020204030204" pitchFamily="34" charset="0"/>
                          <a:cs typeface="Calibri" panose="020F0502020204030204" pitchFamily="34" charset="0"/>
                        </a:rPr>
                        <a:t>32,000</a:t>
                      </a:r>
                    </a:p>
                  </a:txBody>
                  <a:tcPr marL="0" marR="0" marT="0"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87D0F1"/>
                    </a:solidFill>
                  </a:tcPr>
                </a:tc>
                <a:extLst>
                  <a:ext uri="{0D108BD9-81ED-4DB2-BD59-A6C34878D82A}">
                    <a16:rowId xmlns:a16="http://schemas.microsoft.com/office/drawing/2014/main" val="10011"/>
                  </a:ext>
                </a:extLst>
              </a:tr>
              <a:tr h="85725">
                <a:tc>
                  <a:txBody>
                    <a:bodyPr/>
                    <a:lstStyle/>
                    <a:p>
                      <a:pPr algn="l" fontAlgn="b"/>
                      <a:r>
                        <a:rPr lang="en-GB" sz="200" b="0" i="1" u="none" strike="noStrike" dirty="0">
                          <a:solidFill>
                            <a:srgbClr val="000000"/>
                          </a:solidFill>
                          <a:effectLst/>
                          <a:latin typeface="Calibri" panose="020F0502020204030204" pitchFamily="34" charset="0"/>
                          <a:cs typeface="Calibri" panose="020F0502020204030204" pitchFamily="34" charset="0"/>
                        </a:rPr>
                        <a:t> </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200" b="0" i="1" u="none" strike="noStrike" dirty="0">
                          <a:solidFill>
                            <a:srgbClr val="000000"/>
                          </a:solidFill>
                          <a:effectLst/>
                          <a:latin typeface="Calibri" panose="020F0502020204030204" pitchFamily="34" charset="0"/>
                          <a:cs typeface="Calibri" panose="020F0502020204030204" pitchFamily="34" charset="0"/>
                        </a:rPr>
                        <a:t> </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200" b="0" i="1" u="none" strike="noStrike" dirty="0">
                          <a:solidFill>
                            <a:srgbClr val="000000"/>
                          </a:solidFill>
                          <a:effectLst/>
                          <a:latin typeface="Calibri" panose="020F0502020204030204" pitchFamily="34" charset="0"/>
                          <a:cs typeface="Calibri" panose="020F0502020204030204" pitchFamily="34" charset="0"/>
                        </a:rPr>
                        <a:t> </a:t>
                      </a: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200" b="0" i="1" u="none" strike="noStrike" dirty="0">
                          <a:solidFill>
                            <a:srgbClr val="000000"/>
                          </a:solidFill>
                          <a:effectLst/>
                          <a:latin typeface="Calibri" panose="020F0502020204030204" pitchFamily="34" charset="0"/>
                          <a:cs typeface="Calibri" panose="020F0502020204030204" pitchFamily="34" charset="0"/>
                        </a:rPr>
                        <a:t> </a:t>
                      </a: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200" b="0" i="1" u="none" strike="noStrike" dirty="0">
                          <a:solidFill>
                            <a:srgbClr val="000000"/>
                          </a:solidFill>
                          <a:effectLst/>
                          <a:latin typeface="Calibri" panose="020F0502020204030204" pitchFamily="34" charset="0"/>
                          <a:cs typeface="Calibri" panose="020F0502020204030204" pitchFamily="34" charset="0"/>
                        </a:rPr>
                        <a:t> </a:t>
                      </a:r>
                    </a:p>
                  </a:txBody>
                  <a:tcPr marL="0" marR="0" marT="0" marB="0" anchor="b">
                    <a:lnL>
                      <a:noFill/>
                    </a:lnL>
                    <a:lnR>
                      <a:noFill/>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152400">
                <a:tc>
                  <a:txBody>
                    <a:bodyPr/>
                    <a:lstStyle/>
                    <a:p>
                      <a:pPr algn="l" fontAlgn="b"/>
                      <a:r>
                        <a:rPr lang="en-GB" sz="900" b="1" i="0" u="none" strike="noStrike" dirty="0">
                          <a:solidFill>
                            <a:srgbClr val="000000"/>
                          </a:solidFill>
                          <a:effectLst/>
                          <a:latin typeface="Calibri" panose="020F0502020204030204" pitchFamily="34" charset="0"/>
                          <a:cs typeface="Calibri" panose="020F0502020204030204" pitchFamily="34" charset="0"/>
                        </a:rPr>
                        <a:t>Head Count</a:t>
                      </a:r>
                    </a:p>
                  </a:txBody>
                  <a:tcPr marL="0" marR="0" marT="0" marB="0" anchor="b">
                    <a:lnL>
                      <a:noFill/>
                    </a:lnL>
                    <a:lnR w="6350" cap="flat" cmpd="sng" algn="ctr">
                      <a:solidFill>
                        <a:srgbClr val="FFFFFF"/>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b"/>
                      <a:r>
                        <a:rPr lang="en-GB" sz="900" b="0" i="0" u="none" strike="noStrike">
                          <a:solidFill>
                            <a:srgbClr val="000000"/>
                          </a:solidFill>
                          <a:effectLst/>
                          <a:latin typeface="Calibri" panose="020F0502020204030204" pitchFamily="34" charset="0"/>
                          <a:cs typeface="Calibri" panose="020F0502020204030204" pitchFamily="34" charset="0"/>
                        </a:rPr>
                        <a:t> </a:t>
                      </a:r>
                    </a:p>
                  </a:txBody>
                  <a:tcPr marL="0" marR="0" marT="0" marB="0" anchor="b">
                    <a:lnL w="6350" cap="flat" cmpd="sng" algn="ctr">
                      <a:solidFill>
                        <a:srgbClr val="FFFFFF"/>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b"/>
                      <a:r>
                        <a:rPr lang="en-GB" sz="900" b="0" i="0" u="none" strike="noStrike">
                          <a:solidFill>
                            <a:srgbClr val="000000"/>
                          </a:solidFill>
                          <a:effectLst/>
                          <a:latin typeface="Calibri" panose="020F0502020204030204" pitchFamily="34" charset="0"/>
                          <a:cs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b"/>
                      <a:r>
                        <a:rPr lang="en-GB" sz="900" b="0" i="0" u="none" strike="noStrike" dirty="0">
                          <a:solidFill>
                            <a:srgbClr val="000000"/>
                          </a:solidFill>
                          <a:effectLst/>
                          <a:latin typeface="Calibri" panose="020F0502020204030204" pitchFamily="34" charset="0"/>
                          <a:cs typeface="Calibri" panose="020F0502020204030204" pitchFamily="34" charset="0"/>
                        </a:rPr>
                        <a:t> </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r" fontAlgn="b"/>
                      <a:r>
                        <a:rPr lang="en-GB" sz="900" b="0" i="0" u="none" strike="noStrike" dirty="0">
                          <a:solidFill>
                            <a:srgbClr val="000000"/>
                          </a:solidFill>
                          <a:effectLst/>
                          <a:latin typeface="Calibri" panose="020F0502020204030204" pitchFamily="34" charset="0"/>
                          <a:cs typeface="Calibri" panose="020F0502020204030204" pitchFamily="34" charset="0"/>
                        </a:rPr>
                        <a:t>100</a:t>
                      </a:r>
                    </a:p>
                  </a:txBody>
                  <a:tcPr marL="0" marR="0" marT="0"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13"/>
                  </a:ext>
                </a:extLst>
              </a:tr>
              <a:tr h="47625">
                <a:tc>
                  <a:txBody>
                    <a:bodyPr/>
                    <a:lstStyle/>
                    <a:p>
                      <a:pPr algn="l" fontAlgn="b"/>
                      <a:r>
                        <a:rPr lang="en-GB" sz="200" b="0" i="0" u="none" strike="noStrike" dirty="0">
                          <a:solidFill>
                            <a:srgbClr val="000000"/>
                          </a:solidFill>
                          <a:effectLst/>
                          <a:latin typeface="Calibri" panose="020F0502020204030204" pitchFamily="34" charset="0"/>
                          <a:cs typeface="Calibri" panose="020F0502020204030204" pitchFamily="34" charset="0"/>
                        </a:rPr>
                        <a:t> </a:t>
                      </a:r>
                    </a:p>
                  </a:txBody>
                  <a:tcPr marL="0" marR="0" marT="0" marB="0" anchor="b">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FFFFFF"/>
                    </a:solidFill>
                  </a:tcPr>
                </a:tc>
                <a:tc>
                  <a:txBody>
                    <a:bodyPr/>
                    <a:lstStyle/>
                    <a:p>
                      <a:pPr algn="l" fontAlgn="b"/>
                      <a:r>
                        <a:rPr lang="en-GB" sz="200" b="0" i="0" u="none" strike="noStrike" dirty="0">
                          <a:solidFill>
                            <a:srgbClr val="000000"/>
                          </a:solidFill>
                          <a:effectLst/>
                          <a:latin typeface="Calibri" panose="020F0502020204030204" pitchFamily="34" charset="0"/>
                          <a:cs typeface="Calibri" panose="020F0502020204030204" pitchFamily="34" charset="0"/>
                        </a:rPr>
                        <a:t> </a:t>
                      </a:r>
                    </a:p>
                  </a:txBody>
                  <a:tcPr marL="0" marR="0" marT="0" marB="0" anchor="b">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solidFill>
                      <a:srgbClr val="FFFFFF"/>
                    </a:solidFill>
                  </a:tcPr>
                </a:tc>
                <a:tc>
                  <a:txBody>
                    <a:bodyPr/>
                    <a:lstStyle/>
                    <a:p>
                      <a:pPr algn="l" fontAlgn="b"/>
                      <a:r>
                        <a:rPr lang="en-GB" sz="200" b="0" i="0" u="none" strike="noStrike" dirty="0">
                          <a:solidFill>
                            <a:srgbClr val="000000"/>
                          </a:solidFill>
                          <a:effectLst/>
                          <a:latin typeface="Calibri" panose="020F0502020204030204" pitchFamily="34" charset="0"/>
                          <a:cs typeface="Calibri" panose="020F0502020204030204" pitchFamily="34" charset="0"/>
                        </a:rPr>
                        <a:t> </a:t>
                      </a:r>
                    </a:p>
                  </a:txBody>
                  <a:tcPr marL="0" marR="0" marT="0" marB="0" anchor="b">
                    <a:lnL>
                      <a:noFill/>
                    </a:lnL>
                    <a:lnR>
                      <a:noFill/>
                    </a:lnR>
                    <a:lnT w="6350" cap="flat" cmpd="sng" algn="ctr">
                      <a:noFill/>
                      <a:prstDash val="solid"/>
                      <a:round/>
                      <a:headEnd type="none" w="med" len="med"/>
                      <a:tailEnd type="none" w="med" len="med"/>
                    </a:lnT>
                    <a:lnB>
                      <a:noFill/>
                    </a:lnB>
                    <a:solidFill>
                      <a:srgbClr val="FFFFFF"/>
                    </a:solidFill>
                  </a:tcPr>
                </a:tc>
                <a:tc>
                  <a:txBody>
                    <a:bodyPr/>
                    <a:lstStyle/>
                    <a:p>
                      <a:pPr algn="l" fontAlgn="b"/>
                      <a:r>
                        <a:rPr lang="en-GB" sz="200" b="0" i="0" u="none" strike="noStrike" dirty="0">
                          <a:solidFill>
                            <a:srgbClr val="000000"/>
                          </a:solidFill>
                          <a:effectLst/>
                          <a:latin typeface="Calibri" panose="020F0502020204030204" pitchFamily="34" charset="0"/>
                          <a:cs typeface="Calibri" panose="020F0502020204030204" pitchFamily="34" charset="0"/>
                        </a:rPr>
                        <a:t> </a:t>
                      </a:r>
                    </a:p>
                  </a:txBody>
                  <a:tcPr marL="0" marR="0" marT="0" marB="0" anchor="b">
                    <a:lnL>
                      <a:noFill/>
                    </a:lnL>
                    <a:lnR>
                      <a:noFill/>
                    </a:lnR>
                    <a:lnT w="6350" cap="flat" cmpd="sng" algn="ctr">
                      <a:noFill/>
                      <a:prstDash val="solid"/>
                      <a:round/>
                      <a:headEnd type="none" w="med" len="med"/>
                      <a:tailEnd type="none" w="med" len="med"/>
                    </a:lnT>
                    <a:lnB>
                      <a:noFill/>
                    </a:lnB>
                    <a:solidFill>
                      <a:srgbClr val="FFFFFF"/>
                    </a:solidFill>
                  </a:tcPr>
                </a:tc>
                <a:tc>
                  <a:txBody>
                    <a:bodyPr/>
                    <a:lstStyle/>
                    <a:p>
                      <a:pPr algn="l" fontAlgn="b"/>
                      <a:r>
                        <a:rPr lang="en-GB" sz="200" b="0" i="0" u="none" strike="noStrike" dirty="0">
                          <a:solidFill>
                            <a:srgbClr val="000000"/>
                          </a:solidFill>
                          <a:effectLst/>
                          <a:latin typeface="Calibri" panose="020F0502020204030204" pitchFamily="34" charset="0"/>
                          <a:cs typeface="Calibri" panose="020F0502020204030204" pitchFamily="34" charset="0"/>
                        </a:rPr>
                        <a:t> </a:t>
                      </a:r>
                    </a:p>
                  </a:txBody>
                  <a:tcPr marL="0" marR="0" marT="0" marB="0" anchor="b">
                    <a:lnL>
                      <a:noFill/>
                    </a:lnL>
                    <a:lnR>
                      <a:noFill/>
                    </a:lnR>
                    <a:lnT w="6350" cap="flat" cmpd="sng" algn="ctr">
                      <a:no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14"/>
                  </a:ext>
                </a:extLst>
              </a:tr>
              <a:tr h="152400">
                <a:tc>
                  <a:txBody>
                    <a:bodyPr/>
                    <a:lstStyle/>
                    <a:p>
                      <a:pPr algn="l" fontAlgn="b"/>
                      <a:r>
                        <a:rPr lang="en-GB" sz="900" b="1" i="0" u="none" strike="noStrike" dirty="0">
                          <a:solidFill>
                            <a:srgbClr val="000000"/>
                          </a:solidFill>
                          <a:effectLst/>
                          <a:latin typeface="Calibri" panose="020F0502020204030204" pitchFamily="34" charset="0"/>
                          <a:cs typeface="Calibri" panose="020F0502020204030204" pitchFamily="34" charset="0"/>
                        </a:rPr>
                        <a:t>ACV</a:t>
                      </a:r>
                    </a:p>
                  </a:txBody>
                  <a:tcPr marL="0" marR="0" marT="0" marB="0" anchor="b">
                    <a:lnL>
                      <a:noFill/>
                    </a:lnL>
                    <a:lnR w="6350" cap="flat" cmpd="sng" algn="ctr">
                      <a:solidFill>
                        <a:srgbClr val="FFFFFF"/>
                      </a:solidFill>
                      <a:prstDash val="solid"/>
                      <a:round/>
                      <a:headEnd type="none" w="med" len="med"/>
                      <a:tailEnd type="none" w="med" len="med"/>
                    </a:lnR>
                    <a:lnT w="6350" cap="flat" cmpd="sng" algn="ctr">
                      <a:noFill/>
                      <a:prstDash val="solid"/>
                      <a:round/>
                      <a:headEnd type="none" w="med" len="med"/>
                      <a:tailEnd type="none" w="med" len="med"/>
                    </a:lnT>
                    <a:lnB>
                      <a:noFill/>
                    </a:lnB>
                    <a:solidFill>
                      <a:srgbClr val="FFFFFF"/>
                    </a:solidFill>
                  </a:tcPr>
                </a:tc>
                <a:tc>
                  <a:txBody>
                    <a:bodyPr/>
                    <a:lstStyle/>
                    <a:p>
                      <a:pPr algn="l" fontAlgn="b"/>
                      <a:r>
                        <a:rPr lang="en-GB" sz="900" b="0" i="0" u="none" strike="noStrike" dirty="0">
                          <a:solidFill>
                            <a:srgbClr val="000000"/>
                          </a:solidFill>
                          <a:effectLst/>
                          <a:latin typeface="Calibri" panose="020F0502020204030204" pitchFamily="34" charset="0"/>
                          <a:cs typeface="Calibri" panose="020F0502020204030204" pitchFamily="34" charset="0"/>
                        </a:rPr>
                        <a:t> </a:t>
                      </a:r>
                    </a:p>
                  </a:txBody>
                  <a:tcPr marL="0" marR="0" marT="0" marB="0" anchor="b">
                    <a:lnL w="6350" cap="flat" cmpd="sng" algn="ctr">
                      <a:solidFill>
                        <a:srgbClr val="FFFFFF"/>
                      </a:solidFill>
                      <a:prstDash val="solid"/>
                      <a:round/>
                      <a:headEnd type="none" w="med" len="med"/>
                      <a:tailEnd type="none" w="med" len="med"/>
                    </a:lnL>
                    <a:lnR>
                      <a:noFill/>
                    </a:lnR>
                    <a:lnT w="6350" cap="flat" cmpd="sng" algn="ctr">
                      <a:noFill/>
                      <a:prstDash val="solid"/>
                      <a:round/>
                      <a:headEnd type="none" w="med" len="med"/>
                      <a:tailEnd type="none" w="med" len="med"/>
                    </a:lnT>
                    <a:lnB>
                      <a:noFill/>
                    </a:lnB>
                    <a:solidFill>
                      <a:srgbClr val="FFFFFF"/>
                    </a:solidFill>
                  </a:tcPr>
                </a:tc>
                <a:tc>
                  <a:txBody>
                    <a:bodyPr/>
                    <a:lstStyle/>
                    <a:p>
                      <a:pPr algn="l" fontAlgn="b"/>
                      <a:r>
                        <a:rPr lang="en-GB" sz="900" b="0" i="0" u="none" strike="noStrike" dirty="0">
                          <a:solidFill>
                            <a:srgbClr val="000000"/>
                          </a:solidFill>
                          <a:effectLst/>
                          <a:latin typeface="Calibri" panose="020F0502020204030204" pitchFamily="34" charset="0"/>
                          <a:cs typeface="Calibri" panose="020F0502020204030204" pitchFamily="34" charset="0"/>
                        </a:rPr>
                        <a:t> </a:t>
                      </a:r>
                    </a:p>
                  </a:txBody>
                  <a:tcPr marL="0" marR="0" marT="0" marB="0" anchor="b">
                    <a:lnL>
                      <a:noFill/>
                    </a:lnL>
                    <a:lnR>
                      <a:noFill/>
                    </a:lnR>
                    <a:lnT w="6350" cap="flat" cmpd="sng" algn="ctr">
                      <a:noFill/>
                      <a:prstDash val="solid"/>
                      <a:round/>
                      <a:headEnd type="none" w="med" len="med"/>
                      <a:tailEnd type="none" w="med" len="med"/>
                    </a:lnT>
                    <a:lnB>
                      <a:noFill/>
                    </a:lnB>
                    <a:solidFill>
                      <a:srgbClr val="FFFFFF"/>
                    </a:solidFill>
                  </a:tcPr>
                </a:tc>
                <a:tc>
                  <a:txBody>
                    <a:bodyPr/>
                    <a:lstStyle/>
                    <a:p>
                      <a:pPr algn="l" fontAlgn="b"/>
                      <a:r>
                        <a:rPr lang="en-GB" sz="900" b="0" i="0" u="none" strike="noStrike">
                          <a:solidFill>
                            <a:srgbClr val="000000"/>
                          </a:solidFill>
                          <a:effectLst/>
                          <a:latin typeface="Calibri" panose="020F0502020204030204" pitchFamily="34" charset="0"/>
                          <a:cs typeface="Calibri" panose="020F0502020204030204" pitchFamily="34" charset="0"/>
                        </a:rPr>
                        <a:t> </a:t>
                      </a:r>
                    </a:p>
                  </a:txBody>
                  <a:tcPr marL="0" marR="0" marT="0" marB="0" anchor="b">
                    <a:lnL>
                      <a:noFill/>
                    </a:lnL>
                    <a:lnR>
                      <a:noFill/>
                    </a:lnR>
                    <a:lnT w="6350" cap="flat" cmpd="sng" algn="ctr">
                      <a:noFill/>
                      <a:prstDash val="solid"/>
                      <a:round/>
                      <a:headEnd type="none" w="med" len="med"/>
                      <a:tailEnd type="none" w="med" len="med"/>
                    </a:lnT>
                    <a:lnB>
                      <a:noFill/>
                    </a:lnB>
                    <a:solidFill>
                      <a:srgbClr val="FFFFFF"/>
                    </a:solidFill>
                  </a:tcPr>
                </a:tc>
                <a:tc>
                  <a:txBody>
                    <a:bodyPr/>
                    <a:lstStyle/>
                    <a:p>
                      <a:pPr algn="r" fontAlgn="b"/>
                      <a:r>
                        <a:rPr lang="en-GB" sz="900" b="0" i="0" u="none" strike="noStrike" dirty="0">
                          <a:solidFill>
                            <a:srgbClr val="000000"/>
                          </a:solidFill>
                          <a:effectLst/>
                          <a:latin typeface="Calibri" panose="020F0502020204030204" pitchFamily="34" charset="0"/>
                          <a:cs typeface="Calibri" panose="020F0502020204030204" pitchFamily="34" charset="0"/>
                        </a:rPr>
                        <a:t>10,000</a:t>
                      </a:r>
                    </a:p>
                  </a:txBody>
                  <a:tcPr marL="0" marR="0" marT="0" marB="0" anchor="b">
                    <a:lnL>
                      <a:noFill/>
                    </a:lnL>
                    <a:lnR>
                      <a:noFill/>
                    </a:lnR>
                    <a:lnT w="6350" cap="flat" cmpd="sng" algn="ctr">
                      <a:no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0015"/>
                  </a:ext>
                </a:extLst>
              </a:tr>
              <a:tr h="66675">
                <a:tc>
                  <a:txBody>
                    <a:bodyPr/>
                    <a:lstStyle/>
                    <a:p>
                      <a:pPr algn="l" fontAlgn="b"/>
                      <a:r>
                        <a:rPr lang="en-GB" sz="200" b="0" i="0" u="none" strike="noStrike" dirty="0">
                          <a:solidFill>
                            <a:srgbClr val="000000"/>
                          </a:solidFill>
                          <a:effectLst/>
                          <a:latin typeface="Arial"/>
                        </a:rPr>
                        <a:t> </a:t>
                      </a:r>
                    </a:p>
                  </a:txBody>
                  <a:tcPr marL="0" marR="0" marT="0" marB="0"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200" b="0" i="0" u="none" strike="noStrike">
                          <a:solidFill>
                            <a:srgbClr val="000000"/>
                          </a:solidFill>
                          <a:effectLst/>
                          <a:latin typeface="Arial"/>
                        </a:rPr>
                        <a:t> </a:t>
                      </a:r>
                    </a:p>
                  </a:txBody>
                  <a:tcPr marL="0" marR="0" marT="0" marB="0"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200" b="0" i="0" u="none" strike="noStrike" dirty="0">
                          <a:solidFill>
                            <a:srgbClr val="000000"/>
                          </a:solidFill>
                          <a:effectLst/>
                          <a:latin typeface="Arial"/>
                        </a:rPr>
                        <a:t> </a:t>
                      </a:r>
                    </a:p>
                  </a:txBody>
                  <a:tcPr marL="0" marR="0" marT="0" marB="0"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200" b="0" i="0" u="none" strike="noStrike" dirty="0">
                          <a:solidFill>
                            <a:srgbClr val="000000"/>
                          </a:solidFill>
                          <a:effectLst/>
                          <a:latin typeface="Arial"/>
                        </a:rPr>
                        <a:t> </a:t>
                      </a:r>
                    </a:p>
                  </a:txBody>
                  <a:tcPr marL="0" marR="0" marT="0" marB="0"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200" b="0" i="0" u="none" strike="noStrike" dirty="0">
                          <a:solidFill>
                            <a:srgbClr val="000000"/>
                          </a:solidFill>
                          <a:effectLst/>
                          <a:latin typeface="Arial"/>
                        </a:rPr>
                        <a:t> </a:t>
                      </a:r>
                    </a:p>
                  </a:txBody>
                  <a:tcPr marL="0" marR="0" marT="0" marB="0" anchor="b">
                    <a:lnL>
                      <a:noFill/>
                    </a:lnL>
                    <a:lnR>
                      <a:noFill/>
                    </a:lnR>
                    <a:lnT w="6350" cap="flat" cmpd="sng" algn="ctr">
                      <a:no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bl>
          </a:graphicData>
        </a:graphic>
      </p:graphicFrame>
      <p:pic>
        <p:nvPicPr>
          <p:cNvPr id="15" name="Picture 18">
            <a:extLst>
              <a:ext uri="{FF2B5EF4-FFF2-40B4-BE49-F238E27FC236}">
                <a16:creationId xmlns:a16="http://schemas.microsoft.com/office/drawing/2014/main" id="{E416C34D-3FAE-4D3C-978D-B7869FB1D8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0165" y="1045059"/>
            <a:ext cx="2667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TextBox 15">
            <a:extLst>
              <a:ext uri="{FF2B5EF4-FFF2-40B4-BE49-F238E27FC236}">
                <a16:creationId xmlns:a16="http://schemas.microsoft.com/office/drawing/2014/main" id="{F2DC388F-2055-415D-B2F9-66EB28230184}"/>
              </a:ext>
            </a:extLst>
          </p:cNvPr>
          <p:cNvSpPr txBox="1"/>
          <p:nvPr/>
        </p:nvSpPr>
        <p:spPr>
          <a:xfrm>
            <a:off x="8208913" y="1038306"/>
            <a:ext cx="1008112" cy="138499"/>
          </a:xfrm>
          <a:prstGeom prst="rect">
            <a:avLst/>
          </a:prstGeom>
          <a:noFill/>
        </p:spPr>
        <p:txBody>
          <a:bodyPr wrap="square" lIns="0" tIns="0" rIns="0" bIns="0" rtlCol="0">
            <a:spAutoFit/>
          </a:bodyPr>
          <a:lstStyle/>
          <a:p>
            <a:r>
              <a:rPr lang="en-GB" sz="900" dirty="0">
                <a:latin typeface="Calibri" panose="020F0502020204030204" pitchFamily="34" charset="0"/>
                <a:cs typeface="Calibri" panose="020F0502020204030204" pitchFamily="34" charset="0"/>
              </a:rPr>
              <a:t>Spacer row</a:t>
            </a:r>
          </a:p>
        </p:txBody>
      </p:sp>
      <p:pic>
        <p:nvPicPr>
          <p:cNvPr id="17" name="Picture 18">
            <a:extLst>
              <a:ext uri="{FF2B5EF4-FFF2-40B4-BE49-F238E27FC236}">
                <a16:creationId xmlns:a16="http://schemas.microsoft.com/office/drawing/2014/main" id="{01374159-CBB3-4345-B76E-598B0FC76C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38117" y="1394712"/>
            <a:ext cx="2667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TextBox 17">
            <a:extLst>
              <a:ext uri="{FF2B5EF4-FFF2-40B4-BE49-F238E27FC236}">
                <a16:creationId xmlns:a16="http://schemas.microsoft.com/office/drawing/2014/main" id="{E560B654-1A53-4544-A39A-4D50FCB0A4D2}"/>
              </a:ext>
            </a:extLst>
          </p:cNvPr>
          <p:cNvSpPr txBox="1"/>
          <p:nvPr/>
        </p:nvSpPr>
        <p:spPr>
          <a:xfrm>
            <a:off x="8206865" y="1387959"/>
            <a:ext cx="1008112" cy="138499"/>
          </a:xfrm>
          <a:prstGeom prst="rect">
            <a:avLst/>
          </a:prstGeom>
          <a:noFill/>
        </p:spPr>
        <p:txBody>
          <a:bodyPr wrap="square" lIns="0" tIns="0" rIns="0" bIns="0" rtlCol="0">
            <a:spAutoFit/>
          </a:bodyPr>
          <a:lstStyle/>
          <a:p>
            <a:r>
              <a:rPr lang="en-GB" sz="900" dirty="0">
                <a:latin typeface="Calibri" panose="020F0502020204030204" pitchFamily="34" charset="0"/>
                <a:cs typeface="Calibri" panose="020F0502020204030204" pitchFamily="34" charset="0"/>
              </a:rPr>
              <a:t>Total column</a:t>
            </a:r>
          </a:p>
        </p:txBody>
      </p:sp>
      <p:pic>
        <p:nvPicPr>
          <p:cNvPr id="19" name="Picture 18">
            <a:extLst>
              <a:ext uri="{FF2B5EF4-FFF2-40B4-BE49-F238E27FC236}">
                <a16:creationId xmlns:a16="http://schemas.microsoft.com/office/drawing/2014/main" id="{98E43204-3602-4123-9669-AFC16D4A31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18450" y="2287966"/>
            <a:ext cx="2667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 name="TextBox 19">
            <a:extLst>
              <a:ext uri="{FF2B5EF4-FFF2-40B4-BE49-F238E27FC236}">
                <a16:creationId xmlns:a16="http://schemas.microsoft.com/office/drawing/2014/main" id="{8FE45180-278D-408C-8A82-784C7533CA12}"/>
              </a:ext>
            </a:extLst>
          </p:cNvPr>
          <p:cNvSpPr txBox="1"/>
          <p:nvPr/>
        </p:nvSpPr>
        <p:spPr>
          <a:xfrm>
            <a:off x="8187198" y="2281213"/>
            <a:ext cx="1008112" cy="138499"/>
          </a:xfrm>
          <a:prstGeom prst="rect">
            <a:avLst/>
          </a:prstGeom>
          <a:noFill/>
        </p:spPr>
        <p:txBody>
          <a:bodyPr wrap="square" lIns="0" tIns="0" rIns="0" bIns="0" rtlCol="0">
            <a:spAutoFit/>
          </a:bodyPr>
          <a:lstStyle/>
          <a:p>
            <a:r>
              <a:rPr lang="en-GB" sz="900" dirty="0">
                <a:latin typeface="Calibri" panose="020F0502020204030204" pitchFamily="34" charset="0"/>
                <a:cs typeface="Calibri" panose="020F0502020204030204" pitchFamily="34" charset="0"/>
              </a:rPr>
              <a:t>Subtotal row</a:t>
            </a:r>
          </a:p>
        </p:txBody>
      </p:sp>
      <p:pic>
        <p:nvPicPr>
          <p:cNvPr id="21" name="Picture 18">
            <a:extLst>
              <a:ext uri="{FF2B5EF4-FFF2-40B4-BE49-F238E27FC236}">
                <a16:creationId xmlns:a16="http://schemas.microsoft.com/office/drawing/2014/main" id="{7841ADF9-4DE3-4D7E-918E-450C7CF469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52040" y="2989275"/>
            <a:ext cx="2667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TextBox 21">
            <a:extLst>
              <a:ext uri="{FF2B5EF4-FFF2-40B4-BE49-F238E27FC236}">
                <a16:creationId xmlns:a16="http://schemas.microsoft.com/office/drawing/2014/main" id="{20A896B7-7974-4748-89B2-08F6FF017A33}"/>
              </a:ext>
            </a:extLst>
          </p:cNvPr>
          <p:cNvSpPr txBox="1"/>
          <p:nvPr/>
        </p:nvSpPr>
        <p:spPr>
          <a:xfrm>
            <a:off x="8220788" y="2982522"/>
            <a:ext cx="1425854" cy="138499"/>
          </a:xfrm>
          <a:prstGeom prst="rect">
            <a:avLst/>
          </a:prstGeom>
          <a:noFill/>
        </p:spPr>
        <p:txBody>
          <a:bodyPr wrap="square" lIns="0" tIns="0" rIns="0" bIns="0" rtlCol="0">
            <a:spAutoFit/>
          </a:bodyPr>
          <a:lstStyle/>
          <a:p>
            <a:r>
              <a:rPr lang="en-GB" sz="900" dirty="0">
                <a:latin typeface="Calibri" panose="020F0502020204030204" pitchFamily="34" charset="0"/>
                <a:cs typeface="Calibri" panose="020F0502020204030204" pitchFamily="34" charset="0"/>
              </a:rPr>
              <a:t>Supplementary data</a:t>
            </a:r>
          </a:p>
        </p:txBody>
      </p:sp>
      <p:pic>
        <p:nvPicPr>
          <p:cNvPr id="23" name="Picture 19">
            <a:extLst>
              <a:ext uri="{FF2B5EF4-FFF2-40B4-BE49-F238E27FC236}">
                <a16:creationId xmlns:a16="http://schemas.microsoft.com/office/drawing/2014/main" id="{6E8F69C8-2FEB-489C-86A2-2602F09D18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7850" y="847806"/>
            <a:ext cx="990600" cy="19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4" name="TextBox 23">
            <a:extLst>
              <a:ext uri="{FF2B5EF4-FFF2-40B4-BE49-F238E27FC236}">
                <a16:creationId xmlns:a16="http://schemas.microsoft.com/office/drawing/2014/main" id="{CF2796BA-7863-4D30-849D-931EADF1D011}"/>
              </a:ext>
            </a:extLst>
          </p:cNvPr>
          <p:cNvSpPr txBox="1"/>
          <p:nvPr/>
        </p:nvSpPr>
        <p:spPr>
          <a:xfrm>
            <a:off x="7938117" y="831584"/>
            <a:ext cx="1008112" cy="138499"/>
          </a:xfrm>
          <a:prstGeom prst="rect">
            <a:avLst/>
          </a:prstGeom>
          <a:noFill/>
        </p:spPr>
        <p:txBody>
          <a:bodyPr wrap="square" lIns="0" tIns="0" rIns="0" bIns="0" rtlCol="0">
            <a:spAutoFit/>
          </a:bodyPr>
          <a:lstStyle/>
          <a:p>
            <a:r>
              <a:rPr lang="en-GB" sz="900" dirty="0">
                <a:latin typeface="Calibri" panose="020F0502020204030204" pitchFamily="34" charset="0"/>
                <a:cs typeface="Calibri" panose="020F0502020204030204" pitchFamily="34" charset="0"/>
              </a:rPr>
              <a:t>Subtotal column</a:t>
            </a:r>
          </a:p>
        </p:txBody>
      </p:sp>
      <p:pic>
        <p:nvPicPr>
          <p:cNvPr id="25" name="Picture 21">
            <a:extLst>
              <a:ext uri="{FF2B5EF4-FFF2-40B4-BE49-F238E27FC236}">
                <a16:creationId xmlns:a16="http://schemas.microsoft.com/office/drawing/2014/main" id="{17D0564A-0F50-4344-BF1B-77C9BA1BB60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46042" y="1475674"/>
            <a:ext cx="266700" cy="21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 name="TextBox 25">
            <a:extLst>
              <a:ext uri="{FF2B5EF4-FFF2-40B4-BE49-F238E27FC236}">
                <a16:creationId xmlns:a16="http://schemas.microsoft.com/office/drawing/2014/main" id="{80D806FD-BAC4-4E25-B8C4-2C3813B0A45B}"/>
              </a:ext>
            </a:extLst>
          </p:cNvPr>
          <p:cNvSpPr txBox="1"/>
          <p:nvPr/>
        </p:nvSpPr>
        <p:spPr>
          <a:xfrm>
            <a:off x="3481135" y="1542362"/>
            <a:ext cx="764907" cy="276999"/>
          </a:xfrm>
          <a:prstGeom prst="rect">
            <a:avLst/>
          </a:prstGeom>
          <a:noFill/>
        </p:spPr>
        <p:txBody>
          <a:bodyPr wrap="square" lIns="0" tIns="0" rIns="0" bIns="0" rtlCol="0">
            <a:spAutoFit/>
          </a:bodyPr>
          <a:lstStyle/>
          <a:p>
            <a:pPr>
              <a:spcBef>
                <a:spcPts val="0"/>
              </a:spcBef>
            </a:pPr>
            <a:r>
              <a:rPr lang="en-GB" sz="900" dirty="0">
                <a:latin typeface="Calibri" panose="020F0502020204030204" pitchFamily="34" charset="0"/>
                <a:cs typeface="Calibri" panose="020F0502020204030204" pitchFamily="34" charset="0"/>
              </a:rPr>
              <a:t>Backup data </a:t>
            </a:r>
          </a:p>
          <a:p>
            <a:pPr>
              <a:spcBef>
                <a:spcPts val="0"/>
              </a:spcBef>
            </a:pPr>
            <a:r>
              <a:rPr lang="en-GB" sz="900" dirty="0">
                <a:latin typeface="Calibri" panose="020F0502020204030204" pitchFamily="34" charset="0"/>
                <a:cs typeface="Calibri" panose="020F0502020204030204" pitchFamily="34" charset="0"/>
              </a:rPr>
              <a:t>(to be grouped)</a:t>
            </a:r>
          </a:p>
        </p:txBody>
      </p:sp>
      <p:pic>
        <p:nvPicPr>
          <p:cNvPr id="27" name="Picture 21">
            <a:extLst>
              <a:ext uri="{FF2B5EF4-FFF2-40B4-BE49-F238E27FC236}">
                <a16:creationId xmlns:a16="http://schemas.microsoft.com/office/drawing/2014/main" id="{5E093340-5F43-43E1-872B-C23F52BD050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8861" y="1107263"/>
            <a:ext cx="266700" cy="21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TextBox 27">
            <a:extLst>
              <a:ext uri="{FF2B5EF4-FFF2-40B4-BE49-F238E27FC236}">
                <a16:creationId xmlns:a16="http://schemas.microsoft.com/office/drawing/2014/main" id="{4A4E7628-DD49-4A81-8D8C-F40E9D53AFD9}"/>
              </a:ext>
            </a:extLst>
          </p:cNvPr>
          <p:cNvSpPr txBox="1"/>
          <p:nvPr/>
        </p:nvSpPr>
        <p:spPr>
          <a:xfrm>
            <a:off x="3481135" y="1187839"/>
            <a:ext cx="764907" cy="138499"/>
          </a:xfrm>
          <a:prstGeom prst="rect">
            <a:avLst/>
          </a:prstGeom>
          <a:noFill/>
        </p:spPr>
        <p:txBody>
          <a:bodyPr wrap="square" lIns="0" tIns="0" rIns="0" bIns="0" rtlCol="0">
            <a:spAutoFit/>
          </a:bodyPr>
          <a:lstStyle/>
          <a:p>
            <a:pPr>
              <a:spcBef>
                <a:spcPts val="0"/>
              </a:spcBef>
            </a:pPr>
            <a:r>
              <a:rPr lang="en-GB" sz="900" dirty="0">
                <a:latin typeface="Calibri" panose="020F0502020204030204" pitchFamily="34" charset="0"/>
                <a:cs typeface="Calibri" panose="020F0502020204030204" pitchFamily="34" charset="0"/>
              </a:rPr>
              <a:t>Table header</a:t>
            </a:r>
          </a:p>
        </p:txBody>
      </p:sp>
      <p:pic>
        <p:nvPicPr>
          <p:cNvPr id="29" name="Picture 21">
            <a:extLst>
              <a:ext uri="{FF2B5EF4-FFF2-40B4-BE49-F238E27FC236}">
                <a16:creationId xmlns:a16="http://schemas.microsoft.com/office/drawing/2014/main" id="{208FD334-FC4A-471D-804F-AA485F7343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8861" y="801567"/>
            <a:ext cx="266700" cy="21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TextBox 29">
            <a:extLst>
              <a:ext uri="{FF2B5EF4-FFF2-40B4-BE49-F238E27FC236}">
                <a16:creationId xmlns:a16="http://schemas.microsoft.com/office/drawing/2014/main" id="{C79103A2-0D12-4349-B9A6-A940EFDB86AB}"/>
              </a:ext>
            </a:extLst>
          </p:cNvPr>
          <p:cNvSpPr txBox="1"/>
          <p:nvPr/>
        </p:nvSpPr>
        <p:spPr>
          <a:xfrm>
            <a:off x="3597970" y="873806"/>
            <a:ext cx="620891" cy="138499"/>
          </a:xfrm>
          <a:prstGeom prst="rect">
            <a:avLst/>
          </a:prstGeom>
          <a:noFill/>
        </p:spPr>
        <p:txBody>
          <a:bodyPr wrap="square" lIns="0" tIns="0" rIns="0" bIns="0" rtlCol="0">
            <a:spAutoFit/>
          </a:bodyPr>
          <a:lstStyle/>
          <a:p>
            <a:pPr>
              <a:spcBef>
                <a:spcPts val="0"/>
              </a:spcBef>
            </a:pPr>
            <a:r>
              <a:rPr lang="en-GB" sz="900" dirty="0">
                <a:latin typeface="Calibri" panose="020F0502020204030204" pitchFamily="34" charset="0"/>
                <a:cs typeface="Calibri" panose="020F0502020204030204" pitchFamily="34" charset="0"/>
              </a:rPr>
              <a:t>Table Title</a:t>
            </a:r>
          </a:p>
        </p:txBody>
      </p:sp>
      <p:pic>
        <p:nvPicPr>
          <p:cNvPr id="31" name="Picture 21">
            <a:extLst>
              <a:ext uri="{FF2B5EF4-FFF2-40B4-BE49-F238E27FC236}">
                <a16:creationId xmlns:a16="http://schemas.microsoft.com/office/drawing/2014/main" id="{04B27091-5B74-4068-B8BA-2772573ADC7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18860" y="2547423"/>
            <a:ext cx="266700" cy="21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 name="TextBox 31">
            <a:extLst>
              <a:ext uri="{FF2B5EF4-FFF2-40B4-BE49-F238E27FC236}">
                <a16:creationId xmlns:a16="http://schemas.microsoft.com/office/drawing/2014/main" id="{6A879E4F-923F-4D14-979E-0EB52CBA526C}"/>
              </a:ext>
            </a:extLst>
          </p:cNvPr>
          <p:cNvSpPr txBox="1"/>
          <p:nvPr/>
        </p:nvSpPr>
        <p:spPr>
          <a:xfrm>
            <a:off x="3714803" y="2627999"/>
            <a:ext cx="504057" cy="138499"/>
          </a:xfrm>
          <a:prstGeom prst="rect">
            <a:avLst/>
          </a:prstGeom>
          <a:noFill/>
        </p:spPr>
        <p:txBody>
          <a:bodyPr wrap="square" lIns="0" tIns="0" rIns="0" bIns="0" rtlCol="0">
            <a:spAutoFit/>
          </a:bodyPr>
          <a:lstStyle/>
          <a:p>
            <a:pPr>
              <a:spcBef>
                <a:spcPts val="0"/>
              </a:spcBef>
            </a:pPr>
            <a:r>
              <a:rPr lang="en-GB" sz="900" dirty="0">
                <a:latin typeface="Calibri" panose="020F0502020204030204" pitchFamily="34" charset="0"/>
                <a:cs typeface="Calibri" panose="020F0502020204030204" pitchFamily="34" charset="0"/>
              </a:rPr>
              <a:t>Total row</a:t>
            </a:r>
          </a:p>
        </p:txBody>
      </p:sp>
      <p:sp>
        <p:nvSpPr>
          <p:cNvPr id="33" name="Content Placeholder 38">
            <a:extLst>
              <a:ext uri="{FF2B5EF4-FFF2-40B4-BE49-F238E27FC236}">
                <a16:creationId xmlns:a16="http://schemas.microsoft.com/office/drawing/2014/main" id="{9B4702EE-7CBE-40D1-AF18-D616E602413C}"/>
              </a:ext>
            </a:extLst>
          </p:cNvPr>
          <p:cNvSpPr txBox="1">
            <a:spLocks/>
          </p:cNvSpPr>
          <p:nvPr/>
        </p:nvSpPr>
        <p:spPr>
          <a:xfrm>
            <a:off x="132212" y="793885"/>
            <a:ext cx="3140827" cy="1043880"/>
          </a:xfrm>
          <a:prstGeom prst="rect">
            <a:avLst/>
          </a:prstGeom>
        </p:spPr>
        <p:txBody>
          <a:bodyPr vert="horz" lIns="0" tIns="0" rIns="0" bIns="0" rtlCol="0">
            <a:noAutofit/>
          </a:bodyPr>
          <a:lstStyle>
            <a:lvl1pPr marL="0" indent="0" algn="l" defTabSz="1024585" rtl="0" eaLnBrk="1" latinLnBrk="0" hangingPunct="1">
              <a:lnSpc>
                <a:spcPct val="100000"/>
              </a:lnSpc>
              <a:spcBef>
                <a:spcPts val="1200"/>
              </a:spcBef>
              <a:buFont typeface="Arial" panose="020B0604020202020204" pitchFamily="34" charset="0"/>
              <a:buNone/>
              <a:defRPr sz="1600" b="1" kern="1200">
                <a:solidFill>
                  <a:schemeClr val="tx1"/>
                </a:solidFill>
                <a:latin typeface="+mj-lt"/>
                <a:ea typeface="+mn-ea"/>
                <a:cs typeface="+mn-cs"/>
              </a:defRPr>
            </a:lvl1pPr>
            <a:lvl2pPr marL="0" indent="0" algn="l" defTabSz="1024585" rtl="0" eaLnBrk="1" latinLnBrk="0" hangingPunct="1">
              <a:lnSpc>
                <a:spcPct val="100000"/>
              </a:lnSpc>
              <a:spcBef>
                <a:spcPts val="600"/>
              </a:spcBef>
              <a:buFont typeface="Arial" panose="020B0604020202020204" pitchFamily="34" charset="0"/>
              <a:buNone/>
              <a:defRPr sz="1600" kern="1200">
                <a:solidFill>
                  <a:schemeClr val="tx1"/>
                </a:solidFill>
                <a:latin typeface="+mn-lt"/>
                <a:ea typeface="+mn-ea"/>
                <a:cs typeface="+mn-cs"/>
              </a:defRPr>
            </a:lvl2pPr>
            <a:lvl3pPr marL="180000" indent="-180000" algn="l" defTabSz="1024585" rtl="0" eaLnBrk="1" latinLnBrk="0" hangingPunct="1">
              <a:lnSpc>
                <a:spcPct val="10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360000" indent="-180000" algn="l" defTabSz="1024585" rtl="0" eaLnBrk="1" latinLnBrk="0" hangingPunct="1">
              <a:lnSpc>
                <a:spcPct val="100000"/>
              </a:lnSpc>
              <a:spcBef>
                <a:spcPts val="6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540000" indent="-180000" algn="l" defTabSz="1024585" rtl="0" eaLnBrk="1" latinLnBrk="0" hangingPunct="1">
              <a:lnSpc>
                <a:spcPct val="100000"/>
              </a:lnSpc>
              <a:spcBef>
                <a:spcPts val="6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80000" algn="l" defTabSz="1024585" rtl="0" eaLnBrk="1" latinLnBrk="0" hangingPunct="1">
              <a:lnSpc>
                <a:spcPct val="100000"/>
              </a:lnSpc>
              <a:spcBef>
                <a:spcPts val="600"/>
              </a:spcBef>
              <a:buClr>
                <a:schemeClr val="accent1"/>
              </a:buClr>
              <a:buFont typeface="Arial" panose="020B0604020202020204" pitchFamily="34" charset="0"/>
              <a:buChar char="–"/>
              <a:defRPr sz="1100" kern="1200" baseline="0">
                <a:solidFill>
                  <a:schemeClr val="tx1"/>
                </a:solidFill>
                <a:latin typeface="+mn-lt"/>
                <a:ea typeface="+mn-ea"/>
                <a:cs typeface="+mn-cs"/>
              </a:defRPr>
            </a:lvl6pPr>
            <a:lvl7pPr marL="0" indent="0" algn="l" defTabSz="1024585" rtl="0" eaLnBrk="1" latinLnBrk="0" hangingPunct="1">
              <a:lnSpc>
                <a:spcPct val="100000"/>
              </a:lnSpc>
              <a:spcBef>
                <a:spcPts val="1200"/>
              </a:spcBef>
              <a:buFont typeface="Arial" panose="020B0604020202020204" pitchFamily="34" charset="0"/>
              <a:buNone/>
              <a:defRPr sz="1600" b="1" kern="1200">
                <a:solidFill>
                  <a:schemeClr val="dk2"/>
                </a:solidFill>
                <a:latin typeface="+mj-lt"/>
                <a:ea typeface="+mn-ea"/>
                <a:cs typeface="+mn-cs"/>
              </a:defRPr>
            </a:lvl7pPr>
            <a:lvl8pPr marL="0" indent="0" algn="l" defTabSz="1024585" rtl="0" eaLnBrk="1" latinLnBrk="0" hangingPunct="1">
              <a:lnSpc>
                <a:spcPct val="100000"/>
              </a:lnSpc>
              <a:spcBef>
                <a:spcPts val="600"/>
              </a:spcBef>
              <a:buFont typeface="Arial" panose="020B0604020202020204" pitchFamily="34" charset="0"/>
              <a:buNone/>
              <a:defRPr sz="1000" b="1" i="1" kern="1200" baseline="0">
                <a:solidFill>
                  <a:schemeClr val="tx1"/>
                </a:solidFill>
                <a:latin typeface="+mj-lt"/>
                <a:ea typeface="+mn-ea"/>
                <a:cs typeface="+mn-cs"/>
              </a:defRPr>
            </a:lvl8pPr>
            <a:lvl9pPr marL="0" indent="0" algn="l" defTabSz="1024585" rtl="0" eaLnBrk="1" latinLnBrk="0" hangingPunct="1">
              <a:lnSpc>
                <a:spcPct val="100000"/>
              </a:lnSpc>
              <a:spcBef>
                <a:spcPts val="600"/>
              </a:spcBef>
              <a:buFont typeface="Arial" panose="020B0604020202020204" pitchFamily="34" charset="0"/>
              <a:buNone/>
              <a:defRPr sz="1000" b="0" i="1" u="none" kern="1200" baseline="0">
                <a:solidFill>
                  <a:schemeClr val="tx1"/>
                </a:solidFill>
                <a:latin typeface="+mn-lt"/>
                <a:ea typeface="+mn-ea"/>
                <a:cs typeface="+mn-cs"/>
              </a:defRPr>
            </a:lvl9pPr>
          </a:lstStyle>
          <a:p>
            <a:pPr>
              <a:spcBef>
                <a:spcPts val="0"/>
              </a:spcBef>
            </a:pPr>
            <a:r>
              <a:rPr lang="en-GB" sz="1200" dirty="0">
                <a:latin typeface="Calibri" panose="020F0502020204030204" pitchFamily="34" charset="0"/>
                <a:cs typeface="Calibri" panose="020F0502020204030204" pitchFamily="34" charset="0"/>
              </a:rPr>
              <a:t>    </a:t>
            </a:r>
            <a:r>
              <a:rPr lang="en-GB" sz="1200" u="sng" dirty="0">
                <a:latin typeface="Calibri" panose="020F0502020204030204" pitchFamily="34" charset="0"/>
                <a:cs typeface="Calibri" panose="020F0502020204030204" pitchFamily="34" charset="0"/>
              </a:rPr>
              <a:t>Table title and spacer row</a:t>
            </a:r>
          </a:p>
          <a:p>
            <a:pPr>
              <a:spcBef>
                <a:spcPts val="0"/>
              </a:spcBef>
            </a:pPr>
            <a:r>
              <a:rPr lang="en-US" sz="1200" b="0" dirty="0">
                <a:latin typeface="Calibri" panose="020F0502020204030204" pitchFamily="34" charset="0"/>
                <a:cs typeface="Calibri" panose="020F0502020204030204" pitchFamily="34" charset="0"/>
              </a:rPr>
              <a:t>Font: </a:t>
            </a:r>
            <a:r>
              <a:rPr lang="en-US" sz="1200" b="0" i="1" dirty="0">
                <a:latin typeface="Calibri" panose="020F0502020204030204" pitchFamily="34" charset="0"/>
                <a:cs typeface="Calibri" panose="020F0502020204030204" pitchFamily="34" charset="0"/>
              </a:rPr>
              <a:t>Calibri 10pts, Bold, Black</a:t>
            </a:r>
            <a:br>
              <a:rPr lang="en-US" sz="1200" b="0" i="1" dirty="0">
                <a:latin typeface="Calibri" panose="020F0502020204030204" pitchFamily="34" charset="0"/>
                <a:cs typeface="Calibri" panose="020F0502020204030204" pitchFamily="34" charset="0"/>
              </a:rPr>
            </a:br>
            <a:r>
              <a:rPr lang="en-US" sz="1200" b="0" dirty="0">
                <a:latin typeface="Calibri" panose="020F0502020204030204" pitchFamily="34" charset="0"/>
                <a:cs typeface="Calibri" panose="020F0502020204030204" pitchFamily="34" charset="0"/>
              </a:rPr>
              <a:t>Alignment: </a:t>
            </a:r>
            <a:r>
              <a:rPr lang="en-US" sz="1200" b="0" i="1" dirty="0">
                <a:latin typeface="Calibri" panose="020F0502020204030204" pitchFamily="34" charset="0"/>
                <a:cs typeface="Calibri" panose="020F0502020204030204" pitchFamily="34" charset="0"/>
              </a:rPr>
              <a:t>Merged and Left</a:t>
            </a:r>
            <a:br>
              <a:rPr lang="en-US" sz="1200" b="0" i="1" dirty="0">
                <a:latin typeface="Calibri" panose="020F0502020204030204" pitchFamily="34" charset="0"/>
                <a:cs typeface="Calibri" panose="020F0502020204030204" pitchFamily="34" charset="0"/>
              </a:rPr>
            </a:br>
            <a:r>
              <a:rPr lang="en-US" sz="1200" b="0" dirty="0">
                <a:latin typeface="Calibri" panose="020F0502020204030204" pitchFamily="34" charset="0"/>
                <a:cs typeface="Calibri" panose="020F0502020204030204" pitchFamily="34" charset="0"/>
              </a:rPr>
              <a:t>Spacer Row Height: </a:t>
            </a:r>
            <a:r>
              <a:rPr lang="en-US" sz="1200" b="0" i="1" dirty="0">
                <a:latin typeface="Calibri" panose="020F0502020204030204" pitchFamily="34" charset="0"/>
                <a:cs typeface="Calibri" panose="020F0502020204030204" pitchFamily="34" charset="0"/>
              </a:rPr>
              <a:t>2pts</a:t>
            </a:r>
            <a:endParaRPr lang="en-GB" sz="1200" b="0"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p:txBody>
      </p:sp>
      <p:sp>
        <p:nvSpPr>
          <p:cNvPr id="34" name="Oval 33">
            <a:extLst>
              <a:ext uri="{FF2B5EF4-FFF2-40B4-BE49-F238E27FC236}">
                <a16:creationId xmlns:a16="http://schemas.microsoft.com/office/drawing/2014/main" id="{D1BB4CC1-6B39-4963-9B11-C3F7F3F83FCF}"/>
              </a:ext>
            </a:extLst>
          </p:cNvPr>
          <p:cNvSpPr/>
          <p:nvPr/>
        </p:nvSpPr>
        <p:spPr>
          <a:xfrm>
            <a:off x="3266059" y="1171838"/>
            <a:ext cx="163914" cy="159842"/>
          </a:xfrm>
          <a:prstGeom prst="ellipse">
            <a:avLst/>
          </a:prstGeom>
          <a:ln>
            <a:solidFill>
              <a:srgbClr val="4BACC6"/>
            </a:solidFill>
          </a:ln>
        </p:spPr>
        <p:style>
          <a:lnRef idx="2">
            <a:schemeClr val="accent1"/>
          </a:lnRef>
          <a:fillRef idx="1">
            <a:schemeClr val="lt1"/>
          </a:fillRef>
          <a:effectRef idx="0">
            <a:schemeClr val="accent1"/>
          </a:effectRef>
          <a:fontRef idx="minor">
            <a:schemeClr val="dk1"/>
          </a:fontRef>
        </p:style>
        <p:txBody>
          <a:bodyPr lIns="80133" tIns="40067" rIns="80133" bIns="40067"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ts val="526"/>
              </a:spcBef>
              <a:defRPr/>
            </a:pPr>
            <a:r>
              <a:rPr lang="en-US" sz="1200" b="1" dirty="0">
                <a:solidFill>
                  <a:srgbClr val="000000"/>
                </a:solidFill>
                <a:latin typeface="Calibri" panose="020F0502020204030204" pitchFamily="34" charset="0"/>
                <a:cs typeface="Calibri" panose="020F0502020204030204" pitchFamily="34" charset="0"/>
              </a:rPr>
              <a:t>2</a:t>
            </a:r>
            <a:endParaRPr lang="th-TH" sz="1200" b="1" dirty="0">
              <a:solidFill>
                <a:srgbClr val="000000"/>
              </a:solidFill>
              <a:latin typeface="Calibri" panose="020F0502020204030204" pitchFamily="34" charset="0"/>
            </a:endParaRPr>
          </a:p>
        </p:txBody>
      </p:sp>
      <p:sp>
        <p:nvSpPr>
          <p:cNvPr id="35" name="Oval 34">
            <a:extLst>
              <a:ext uri="{FF2B5EF4-FFF2-40B4-BE49-F238E27FC236}">
                <a16:creationId xmlns:a16="http://schemas.microsoft.com/office/drawing/2014/main" id="{E1317B90-CC43-4FFB-95A4-127FE6CDA1B1}"/>
              </a:ext>
            </a:extLst>
          </p:cNvPr>
          <p:cNvSpPr/>
          <p:nvPr/>
        </p:nvSpPr>
        <p:spPr>
          <a:xfrm>
            <a:off x="118413" y="772477"/>
            <a:ext cx="163914" cy="159842"/>
          </a:xfrm>
          <a:prstGeom prst="ellipse">
            <a:avLst/>
          </a:prstGeom>
          <a:ln>
            <a:solidFill>
              <a:srgbClr val="4BACC6"/>
            </a:solidFill>
          </a:ln>
        </p:spPr>
        <p:style>
          <a:lnRef idx="2">
            <a:schemeClr val="accent1"/>
          </a:lnRef>
          <a:fillRef idx="1">
            <a:schemeClr val="lt1"/>
          </a:fillRef>
          <a:effectRef idx="0">
            <a:schemeClr val="accent1"/>
          </a:effectRef>
          <a:fontRef idx="minor">
            <a:schemeClr val="dk1"/>
          </a:fontRef>
        </p:style>
        <p:txBody>
          <a:bodyPr lIns="80133" tIns="40067" rIns="80133" bIns="40067"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ts val="526"/>
              </a:spcBef>
              <a:defRPr/>
            </a:pPr>
            <a:r>
              <a:rPr lang="en-US" sz="1300" b="1" dirty="0">
                <a:solidFill>
                  <a:srgbClr val="000000"/>
                </a:solidFill>
                <a:latin typeface="Calibri" panose="020F0502020204030204" pitchFamily="34" charset="0"/>
                <a:cs typeface="Calibri" panose="020F0502020204030204" pitchFamily="34" charset="0"/>
              </a:rPr>
              <a:t>1</a:t>
            </a:r>
            <a:endParaRPr lang="th-TH" sz="1300" b="1" dirty="0">
              <a:solidFill>
                <a:srgbClr val="000000"/>
              </a:solidFill>
              <a:latin typeface="Calibri" panose="020F0502020204030204" pitchFamily="34" charset="0"/>
            </a:endParaRPr>
          </a:p>
        </p:txBody>
      </p:sp>
      <p:sp>
        <p:nvSpPr>
          <p:cNvPr id="38" name="Oval 37">
            <a:extLst>
              <a:ext uri="{FF2B5EF4-FFF2-40B4-BE49-F238E27FC236}">
                <a16:creationId xmlns:a16="http://schemas.microsoft.com/office/drawing/2014/main" id="{BF68812B-5F29-4133-8980-9087A74B2C86}"/>
              </a:ext>
            </a:extLst>
          </p:cNvPr>
          <p:cNvSpPr/>
          <p:nvPr/>
        </p:nvSpPr>
        <p:spPr>
          <a:xfrm>
            <a:off x="100636" y="1633047"/>
            <a:ext cx="163914" cy="159842"/>
          </a:xfrm>
          <a:prstGeom prst="ellipse">
            <a:avLst/>
          </a:prstGeom>
          <a:ln>
            <a:solidFill>
              <a:srgbClr val="4BACC6"/>
            </a:solidFill>
          </a:ln>
        </p:spPr>
        <p:style>
          <a:lnRef idx="2">
            <a:schemeClr val="accent1"/>
          </a:lnRef>
          <a:fillRef idx="1">
            <a:schemeClr val="lt1"/>
          </a:fillRef>
          <a:effectRef idx="0">
            <a:schemeClr val="accent1"/>
          </a:effectRef>
          <a:fontRef idx="minor">
            <a:schemeClr val="dk1"/>
          </a:fontRef>
        </p:style>
        <p:txBody>
          <a:bodyPr lIns="80133" tIns="40067" rIns="80133" bIns="40067"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ts val="526"/>
              </a:spcBef>
              <a:defRPr/>
            </a:pPr>
            <a:r>
              <a:rPr lang="en-US" sz="1300" b="1" dirty="0">
                <a:solidFill>
                  <a:srgbClr val="000000"/>
                </a:solidFill>
                <a:latin typeface="Calibri" panose="020F0502020204030204" pitchFamily="34" charset="0"/>
                <a:cs typeface="Calibri" panose="020F0502020204030204" pitchFamily="34" charset="0"/>
              </a:rPr>
              <a:t>2</a:t>
            </a:r>
            <a:endParaRPr lang="th-TH" sz="1300" b="1" dirty="0">
              <a:solidFill>
                <a:srgbClr val="000000"/>
              </a:solidFill>
              <a:latin typeface="Calibri" panose="020F0502020204030204" pitchFamily="34" charset="0"/>
            </a:endParaRPr>
          </a:p>
        </p:txBody>
      </p:sp>
      <p:sp>
        <p:nvSpPr>
          <p:cNvPr id="39" name="Oval 38">
            <a:extLst>
              <a:ext uri="{FF2B5EF4-FFF2-40B4-BE49-F238E27FC236}">
                <a16:creationId xmlns:a16="http://schemas.microsoft.com/office/drawing/2014/main" id="{1C844EC8-1107-4510-8478-1E882D44B266}"/>
              </a:ext>
            </a:extLst>
          </p:cNvPr>
          <p:cNvSpPr/>
          <p:nvPr/>
        </p:nvSpPr>
        <p:spPr>
          <a:xfrm>
            <a:off x="3405276" y="877670"/>
            <a:ext cx="163914" cy="159842"/>
          </a:xfrm>
          <a:prstGeom prst="ellipse">
            <a:avLst/>
          </a:prstGeom>
          <a:ln>
            <a:solidFill>
              <a:srgbClr val="4BACC6"/>
            </a:solidFill>
          </a:ln>
        </p:spPr>
        <p:style>
          <a:lnRef idx="2">
            <a:schemeClr val="accent1"/>
          </a:lnRef>
          <a:fillRef idx="1">
            <a:schemeClr val="lt1"/>
          </a:fillRef>
          <a:effectRef idx="0">
            <a:schemeClr val="accent1"/>
          </a:effectRef>
          <a:fontRef idx="minor">
            <a:schemeClr val="dk1"/>
          </a:fontRef>
        </p:style>
        <p:txBody>
          <a:bodyPr lIns="80133" tIns="40067" rIns="80133" bIns="40067"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ts val="526"/>
              </a:spcBef>
              <a:defRPr/>
            </a:pPr>
            <a:r>
              <a:rPr lang="en-US" sz="1200" b="1" dirty="0">
                <a:solidFill>
                  <a:srgbClr val="000000"/>
                </a:solidFill>
                <a:latin typeface="Calibri" panose="020F0502020204030204" pitchFamily="34" charset="0"/>
                <a:cs typeface="Calibri" panose="020F0502020204030204" pitchFamily="34" charset="0"/>
              </a:rPr>
              <a:t>1</a:t>
            </a:r>
            <a:endParaRPr lang="th-TH" sz="1200" b="1" dirty="0">
              <a:solidFill>
                <a:srgbClr val="000000"/>
              </a:solidFill>
              <a:latin typeface="Calibri" panose="020F0502020204030204" pitchFamily="34" charset="0"/>
            </a:endParaRPr>
          </a:p>
        </p:txBody>
      </p:sp>
      <p:sp>
        <p:nvSpPr>
          <p:cNvPr id="40" name="Oval 39">
            <a:extLst>
              <a:ext uri="{FF2B5EF4-FFF2-40B4-BE49-F238E27FC236}">
                <a16:creationId xmlns:a16="http://schemas.microsoft.com/office/drawing/2014/main" id="{40AF4CB3-A23C-43F9-B2AE-3368EAB5E446}"/>
              </a:ext>
            </a:extLst>
          </p:cNvPr>
          <p:cNvSpPr/>
          <p:nvPr/>
        </p:nvSpPr>
        <p:spPr>
          <a:xfrm>
            <a:off x="8747885" y="1028087"/>
            <a:ext cx="163914" cy="159842"/>
          </a:xfrm>
          <a:prstGeom prst="ellipse">
            <a:avLst/>
          </a:prstGeom>
          <a:ln>
            <a:solidFill>
              <a:srgbClr val="4BACC6"/>
            </a:solidFill>
          </a:ln>
        </p:spPr>
        <p:style>
          <a:lnRef idx="2">
            <a:schemeClr val="accent1"/>
          </a:lnRef>
          <a:fillRef idx="1">
            <a:schemeClr val="lt1"/>
          </a:fillRef>
          <a:effectRef idx="0">
            <a:schemeClr val="accent1"/>
          </a:effectRef>
          <a:fontRef idx="minor">
            <a:schemeClr val="dk1"/>
          </a:fontRef>
        </p:style>
        <p:txBody>
          <a:bodyPr lIns="80133" tIns="40067" rIns="80133" bIns="40067"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ts val="526"/>
              </a:spcBef>
              <a:defRPr/>
            </a:pPr>
            <a:r>
              <a:rPr lang="en-US" sz="1200" b="1" dirty="0">
                <a:solidFill>
                  <a:srgbClr val="000000"/>
                </a:solidFill>
                <a:latin typeface="Calibri" panose="020F0502020204030204" pitchFamily="34" charset="0"/>
                <a:cs typeface="Calibri" panose="020F0502020204030204" pitchFamily="34" charset="0"/>
              </a:rPr>
              <a:t>1</a:t>
            </a:r>
            <a:endParaRPr lang="th-TH" sz="1200" b="1" dirty="0">
              <a:solidFill>
                <a:srgbClr val="000000"/>
              </a:solidFill>
              <a:latin typeface="Calibri" panose="020F0502020204030204" pitchFamily="34" charset="0"/>
            </a:endParaRPr>
          </a:p>
        </p:txBody>
      </p:sp>
      <p:sp>
        <p:nvSpPr>
          <p:cNvPr id="41" name="Oval 40">
            <a:extLst>
              <a:ext uri="{FF2B5EF4-FFF2-40B4-BE49-F238E27FC236}">
                <a16:creationId xmlns:a16="http://schemas.microsoft.com/office/drawing/2014/main" id="{F059AECF-C406-45E7-88C6-155CE3C9DCFE}"/>
              </a:ext>
            </a:extLst>
          </p:cNvPr>
          <p:cNvSpPr/>
          <p:nvPr/>
        </p:nvSpPr>
        <p:spPr>
          <a:xfrm>
            <a:off x="8864272" y="1373051"/>
            <a:ext cx="163914" cy="159842"/>
          </a:xfrm>
          <a:prstGeom prst="ellipse">
            <a:avLst/>
          </a:prstGeom>
          <a:ln>
            <a:solidFill>
              <a:srgbClr val="4BACC6"/>
            </a:solidFill>
          </a:ln>
        </p:spPr>
        <p:style>
          <a:lnRef idx="2">
            <a:schemeClr val="accent1"/>
          </a:lnRef>
          <a:fillRef idx="1">
            <a:schemeClr val="lt1"/>
          </a:fillRef>
          <a:effectRef idx="0">
            <a:schemeClr val="accent1"/>
          </a:effectRef>
          <a:fontRef idx="minor">
            <a:schemeClr val="dk1"/>
          </a:fontRef>
        </p:style>
        <p:txBody>
          <a:bodyPr lIns="80133" tIns="40067" rIns="80133" bIns="40067"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ts val="526"/>
              </a:spcBef>
              <a:defRPr/>
            </a:pPr>
            <a:r>
              <a:rPr lang="en-US" sz="1200" b="1" dirty="0">
                <a:solidFill>
                  <a:srgbClr val="000000"/>
                </a:solidFill>
                <a:latin typeface="Calibri" panose="020F0502020204030204" pitchFamily="34" charset="0"/>
                <a:cs typeface="Calibri" panose="020F0502020204030204" pitchFamily="34" charset="0"/>
              </a:rPr>
              <a:t>3</a:t>
            </a:r>
            <a:endParaRPr lang="th-TH" sz="1200" b="1" dirty="0">
              <a:solidFill>
                <a:srgbClr val="000000"/>
              </a:solidFill>
              <a:latin typeface="Calibri" panose="020F0502020204030204" pitchFamily="34" charset="0"/>
            </a:endParaRPr>
          </a:p>
        </p:txBody>
      </p:sp>
      <p:sp>
        <p:nvSpPr>
          <p:cNvPr id="42" name="Content Placeholder 38">
            <a:extLst>
              <a:ext uri="{FF2B5EF4-FFF2-40B4-BE49-F238E27FC236}">
                <a16:creationId xmlns:a16="http://schemas.microsoft.com/office/drawing/2014/main" id="{285BFD31-740F-4AD3-8D29-E35752C685E6}"/>
              </a:ext>
            </a:extLst>
          </p:cNvPr>
          <p:cNvSpPr txBox="1">
            <a:spLocks/>
          </p:cNvSpPr>
          <p:nvPr/>
        </p:nvSpPr>
        <p:spPr>
          <a:xfrm>
            <a:off x="257496" y="3293693"/>
            <a:ext cx="2154651" cy="1224136"/>
          </a:xfrm>
          <a:prstGeom prst="rect">
            <a:avLst/>
          </a:prstGeom>
        </p:spPr>
        <p:txBody>
          <a:bodyPr vert="horz" lIns="0" tIns="0" rIns="0" bIns="0" rtlCol="0">
            <a:noAutofit/>
          </a:bodyPr>
          <a:lstStyle>
            <a:lvl1pPr marL="0" indent="0" algn="l" defTabSz="1024585" rtl="0" eaLnBrk="1" latinLnBrk="0" hangingPunct="1">
              <a:lnSpc>
                <a:spcPct val="100000"/>
              </a:lnSpc>
              <a:spcBef>
                <a:spcPts val="1200"/>
              </a:spcBef>
              <a:buFont typeface="Arial" panose="020B0604020202020204" pitchFamily="34" charset="0"/>
              <a:buNone/>
              <a:defRPr sz="1600" b="1" kern="1200">
                <a:solidFill>
                  <a:schemeClr val="tx1"/>
                </a:solidFill>
                <a:latin typeface="+mj-lt"/>
                <a:ea typeface="+mn-ea"/>
                <a:cs typeface="+mn-cs"/>
              </a:defRPr>
            </a:lvl1pPr>
            <a:lvl2pPr marL="0" indent="0" algn="l" defTabSz="1024585" rtl="0" eaLnBrk="1" latinLnBrk="0" hangingPunct="1">
              <a:lnSpc>
                <a:spcPct val="100000"/>
              </a:lnSpc>
              <a:spcBef>
                <a:spcPts val="600"/>
              </a:spcBef>
              <a:buFont typeface="Arial" panose="020B0604020202020204" pitchFamily="34" charset="0"/>
              <a:buNone/>
              <a:defRPr sz="1600" kern="1200">
                <a:solidFill>
                  <a:schemeClr val="tx1"/>
                </a:solidFill>
                <a:latin typeface="+mn-lt"/>
                <a:ea typeface="+mn-ea"/>
                <a:cs typeface="+mn-cs"/>
              </a:defRPr>
            </a:lvl2pPr>
            <a:lvl3pPr marL="180000" indent="-180000" algn="l" defTabSz="1024585" rtl="0" eaLnBrk="1" latinLnBrk="0" hangingPunct="1">
              <a:lnSpc>
                <a:spcPct val="10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360000" indent="-180000" algn="l" defTabSz="1024585" rtl="0" eaLnBrk="1" latinLnBrk="0" hangingPunct="1">
              <a:lnSpc>
                <a:spcPct val="100000"/>
              </a:lnSpc>
              <a:spcBef>
                <a:spcPts val="6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540000" indent="-180000" algn="l" defTabSz="1024585" rtl="0" eaLnBrk="1" latinLnBrk="0" hangingPunct="1">
              <a:lnSpc>
                <a:spcPct val="100000"/>
              </a:lnSpc>
              <a:spcBef>
                <a:spcPts val="6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80000" algn="l" defTabSz="1024585" rtl="0" eaLnBrk="1" latinLnBrk="0" hangingPunct="1">
              <a:lnSpc>
                <a:spcPct val="100000"/>
              </a:lnSpc>
              <a:spcBef>
                <a:spcPts val="600"/>
              </a:spcBef>
              <a:buClr>
                <a:schemeClr val="accent1"/>
              </a:buClr>
              <a:buFont typeface="Arial" panose="020B0604020202020204" pitchFamily="34" charset="0"/>
              <a:buChar char="–"/>
              <a:defRPr sz="1100" kern="1200" baseline="0">
                <a:solidFill>
                  <a:schemeClr val="tx1"/>
                </a:solidFill>
                <a:latin typeface="+mn-lt"/>
                <a:ea typeface="+mn-ea"/>
                <a:cs typeface="+mn-cs"/>
              </a:defRPr>
            </a:lvl6pPr>
            <a:lvl7pPr marL="0" indent="0" algn="l" defTabSz="1024585" rtl="0" eaLnBrk="1" latinLnBrk="0" hangingPunct="1">
              <a:lnSpc>
                <a:spcPct val="100000"/>
              </a:lnSpc>
              <a:spcBef>
                <a:spcPts val="1200"/>
              </a:spcBef>
              <a:buFont typeface="Arial" panose="020B0604020202020204" pitchFamily="34" charset="0"/>
              <a:buNone/>
              <a:defRPr sz="1600" b="1" kern="1200">
                <a:solidFill>
                  <a:schemeClr val="dk2"/>
                </a:solidFill>
                <a:latin typeface="+mj-lt"/>
                <a:ea typeface="+mn-ea"/>
                <a:cs typeface="+mn-cs"/>
              </a:defRPr>
            </a:lvl7pPr>
            <a:lvl8pPr marL="0" indent="0" algn="l" defTabSz="1024585" rtl="0" eaLnBrk="1" latinLnBrk="0" hangingPunct="1">
              <a:lnSpc>
                <a:spcPct val="100000"/>
              </a:lnSpc>
              <a:spcBef>
                <a:spcPts val="600"/>
              </a:spcBef>
              <a:buFont typeface="Arial" panose="020B0604020202020204" pitchFamily="34" charset="0"/>
              <a:buNone/>
              <a:defRPr sz="1000" b="1" i="1" kern="1200" baseline="0">
                <a:solidFill>
                  <a:schemeClr val="tx1"/>
                </a:solidFill>
                <a:latin typeface="+mj-lt"/>
                <a:ea typeface="+mn-ea"/>
                <a:cs typeface="+mn-cs"/>
              </a:defRPr>
            </a:lvl8pPr>
            <a:lvl9pPr marL="0" indent="0" algn="l" defTabSz="1024585" rtl="0" eaLnBrk="1" latinLnBrk="0" hangingPunct="1">
              <a:lnSpc>
                <a:spcPct val="100000"/>
              </a:lnSpc>
              <a:spcBef>
                <a:spcPts val="600"/>
              </a:spcBef>
              <a:buFont typeface="Arial" panose="020B0604020202020204" pitchFamily="34" charset="0"/>
              <a:buNone/>
              <a:defRPr sz="1000" b="0" i="1" u="none" kern="1200" baseline="0">
                <a:solidFill>
                  <a:schemeClr val="tx1"/>
                </a:solidFill>
                <a:latin typeface="+mn-lt"/>
                <a:ea typeface="+mn-ea"/>
                <a:cs typeface="+mn-cs"/>
              </a:defRPr>
            </a:lvl9pPr>
          </a:lstStyle>
          <a:p>
            <a:r>
              <a:rPr lang="en-GB" sz="1200" dirty="0">
                <a:latin typeface="Calibri" panose="020F0502020204030204" pitchFamily="34" charset="0"/>
                <a:cs typeface="Calibri" panose="020F0502020204030204" pitchFamily="34" charset="0"/>
              </a:rPr>
              <a:t>    </a:t>
            </a:r>
            <a:r>
              <a:rPr lang="en-GB" sz="1200" u="sng" dirty="0">
                <a:latin typeface="Calibri" panose="020F0502020204030204" pitchFamily="34" charset="0"/>
                <a:cs typeface="Calibri" panose="020F0502020204030204" pitchFamily="34" charset="0"/>
              </a:rPr>
              <a:t>Columns</a:t>
            </a:r>
          </a:p>
          <a:p>
            <a:pPr>
              <a:spcBef>
                <a:spcPts val="0"/>
              </a:spcBef>
            </a:pPr>
            <a:r>
              <a:rPr lang="en-US" sz="1200" b="0" dirty="0">
                <a:latin typeface="Calibri" panose="020F0502020204030204" pitchFamily="34" charset="0"/>
                <a:cs typeface="Calibri" panose="020F0502020204030204" pitchFamily="34" charset="0"/>
              </a:rPr>
              <a:t>Font:</a:t>
            </a:r>
            <a:r>
              <a:rPr lang="en-US" sz="1200" b="0" i="1" dirty="0">
                <a:latin typeface="Calibri" panose="020F0502020204030204" pitchFamily="34" charset="0"/>
                <a:cs typeface="Calibri" panose="020F0502020204030204" pitchFamily="34" charset="0"/>
              </a:rPr>
              <a:t> Calibri 9 pts, only bold for the main total column</a:t>
            </a:r>
          </a:p>
          <a:p>
            <a:pPr>
              <a:spcBef>
                <a:spcPts val="0"/>
              </a:spcBef>
            </a:pPr>
            <a:r>
              <a:rPr lang="en-US" sz="1200" b="0" dirty="0">
                <a:latin typeface="Calibri" panose="020F0502020204030204" pitchFamily="34" charset="0"/>
                <a:cs typeface="Calibri" panose="020F0502020204030204" pitchFamily="34" charset="0"/>
              </a:rPr>
              <a:t>Alignment:</a:t>
            </a:r>
            <a:r>
              <a:rPr lang="en-US" sz="1200" b="0" i="1" dirty="0">
                <a:latin typeface="Calibri" panose="020F0502020204030204" pitchFamily="34" charset="0"/>
                <a:cs typeface="Calibri" panose="020F0502020204030204" pitchFamily="34" charset="0"/>
              </a:rPr>
              <a:t> Right</a:t>
            </a:r>
            <a:br>
              <a:rPr lang="en-US" sz="1200" b="0" i="1" dirty="0">
                <a:latin typeface="Calibri" panose="020F0502020204030204" pitchFamily="34" charset="0"/>
                <a:cs typeface="Calibri" panose="020F0502020204030204" pitchFamily="34" charset="0"/>
              </a:rPr>
            </a:br>
            <a:endParaRPr lang="en-GB" sz="1200" b="0"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 </a:t>
            </a:r>
          </a:p>
          <a:p>
            <a:endParaRPr lang="en-GB"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p:txBody>
      </p:sp>
      <p:sp>
        <p:nvSpPr>
          <p:cNvPr id="43" name="Oval 42">
            <a:extLst>
              <a:ext uri="{FF2B5EF4-FFF2-40B4-BE49-F238E27FC236}">
                <a16:creationId xmlns:a16="http://schemas.microsoft.com/office/drawing/2014/main" id="{CC0881D0-6326-4C89-9BDA-7D7A33F7BB88}"/>
              </a:ext>
            </a:extLst>
          </p:cNvPr>
          <p:cNvSpPr/>
          <p:nvPr/>
        </p:nvSpPr>
        <p:spPr>
          <a:xfrm>
            <a:off x="124833" y="3336285"/>
            <a:ext cx="163914" cy="159842"/>
          </a:xfrm>
          <a:prstGeom prst="ellipse">
            <a:avLst/>
          </a:prstGeom>
          <a:ln>
            <a:solidFill>
              <a:srgbClr val="4BACC6"/>
            </a:solidFill>
          </a:ln>
        </p:spPr>
        <p:style>
          <a:lnRef idx="2">
            <a:schemeClr val="accent1"/>
          </a:lnRef>
          <a:fillRef idx="1">
            <a:schemeClr val="lt1"/>
          </a:fillRef>
          <a:effectRef idx="0">
            <a:schemeClr val="accent1"/>
          </a:effectRef>
          <a:fontRef idx="minor">
            <a:schemeClr val="dk1"/>
          </a:fontRef>
        </p:style>
        <p:txBody>
          <a:bodyPr lIns="80133" tIns="40067" rIns="80133" bIns="40067"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ts val="526"/>
              </a:spcBef>
              <a:defRPr/>
            </a:pPr>
            <a:r>
              <a:rPr lang="en-US" sz="1300" b="1" dirty="0">
                <a:solidFill>
                  <a:srgbClr val="000000"/>
                </a:solidFill>
                <a:latin typeface="Calibri" panose="020F0502020204030204" pitchFamily="34" charset="0"/>
                <a:cs typeface="Calibri" panose="020F0502020204030204" pitchFamily="34" charset="0"/>
              </a:rPr>
              <a:t>3</a:t>
            </a:r>
            <a:endParaRPr lang="th-TH" sz="1300" b="1" dirty="0">
              <a:solidFill>
                <a:srgbClr val="000000"/>
              </a:solidFill>
              <a:latin typeface="Calibri" panose="020F0502020204030204" pitchFamily="34" charset="0"/>
            </a:endParaRPr>
          </a:p>
        </p:txBody>
      </p:sp>
      <p:sp>
        <p:nvSpPr>
          <p:cNvPr id="44" name="Content Placeholder 38">
            <a:extLst>
              <a:ext uri="{FF2B5EF4-FFF2-40B4-BE49-F238E27FC236}">
                <a16:creationId xmlns:a16="http://schemas.microsoft.com/office/drawing/2014/main" id="{AE450773-7DCB-43A3-8610-EF41C4D1A1EA}"/>
              </a:ext>
            </a:extLst>
          </p:cNvPr>
          <p:cNvSpPr txBox="1">
            <a:spLocks/>
          </p:cNvSpPr>
          <p:nvPr/>
        </p:nvSpPr>
        <p:spPr>
          <a:xfrm>
            <a:off x="2412146" y="3287474"/>
            <a:ext cx="3239353" cy="1224136"/>
          </a:xfrm>
          <a:prstGeom prst="rect">
            <a:avLst/>
          </a:prstGeom>
        </p:spPr>
        <p:txBody>
          <a:bodyPr vert="horz" lIns="0" tIns="0" rIns="0" bIns="0" rtlCol="0">
            <a:noAutofit/>
          </a:bodyPr>
          <a:lstStyle>
            <a:lvl1pPr marL="0" indent="0" algn="l" defTabSz="1024585" rtl="0" eaLnBrk="1" latinLnBrk="0" hangingPunct="1">
              <a:lnSpc>
                <a:spcPct val="100000"/>
              </a:lnSpc>
              <a:spcBef>
                <a:spcPts val="1200"/>
              </a:spcBef>
              <a:buFont typeface="Arial" panose="020B0604020202020204" pitchFamily="34" charset="0"/>
              <a:buNone/>
              <a:defRPr sz="1600" b="1" kern="1200">
                <a:solidFill>
                  <a:schemeClr val="tx1"/>
                </a:solidFill>
                <a:latin typeface="+mj-lt"/>
                <a:ea typeface="+mn-ea"/>
                <a:cs typeface="+mn-cs"/>
              </a:defRPr>
            </a:lvl1pPr>
            <a:lvl2pPr marL="0" indent="0" algn="l" defTabSz="1024585" rtl="0" eaLnBrk="1" latinLnBrk="0" hangingPunct="1">
              <a:lnSpc>
                <a:spcPct val="100000"/>
              </a:lnSpc>
              <a:spcBef>
                <a:spcPts val="600"/>
              </a:spcBef>
              <a:buFont typeface="Arial" panose="020B0604020202020204" pitchFamily="34" charset="0"/>
              <a:buNone/>
              <a:defRPr sz="1600" kern="1200">
                <a:solidFill>
                  <a:schemeClr val="tx1"/>
                </a:solidFill>
                <a:latin typeface="+mn-lt"/>
                <a:ea typeface="+mn-ea"/>
                <a:cs typeface="+mn-cs"/>
              </a:defRPr>
            </a:lvl2pPr>
            <a:lvl3pPr marL="180000" indent="-180000" algn="l" defTabSz="1024585" rtl="0" eaLnBrk="1" latinLnBrk="0" hangingPunct="1">
              <a:lnSpc>
                <a:spcPct val="10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360000" indent="-180000" algn="l" defTabSz="1024585" rtl="0" eaLnBrk="1" latinLnBrk="0" hangingPunct="1">
              <a:lnSpc>
                <a:spcPct val="100000"/>
              </a:lnSpc>
              <a:spcBef>
                <a:spcPts val="6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540000" indent="-180000" algn="l" defTabSz="1024585" rtl="0" eaLnBrk="1" latinLnBrk="0" hangingPunct="1">
              <a:lnSpc>
                <a:spcPct val="100000"/>
              </a:lnSpc>
              <a:spcBef>
                <a:spcPts val="6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80000" algn="l" defTabSz="1024585" rtl="0" eaLnBrk="1" latinLnBrk="0" hangingPunct="1">
              <a:lnSpc>
                <a:spcPct val="100000"/>
              </a:lnSpc>
              <a:spcBef>
                <a:spcPts val="600"/>
              </a:spcBef>
              <a:buClr>
                <a:schemeClr val="accent1"/>
              </a:buClr>
              <a:buFont typeface="Arial" panose="020B0604020202020204" pitchFamily="34" charset="0"/>
              <a:buChar char="–"/>
              <a:defRPr sz="1100" kern="1200" baseline="0">
                <a:solidFill>
                  <a:schemeClr val="tx1"/>
                </a:solidFill>
                <a:latin typeface="+mn-lt"/>
                <a:ea typeface="+mn-ea"/>
                <a:cs typeface="+mn-cs"/>
              </a:defRPr>
            </a:lvl6pPr>
            <a:lvl7pPr marL="0" indent="0" algn="l" defTabSz="1024585" rtl="0" eaLnBrk="1" latinLnBrk="0" hangingPunct="1">
              <a:lnSpc>
                <a:spcPct val="100000"/>
              </a:lnSpc>
              <a:spcBef>
                <a:spcPts val="1200"/>
              </a:spcBef>
              <a:buFont typeface="Arial" panose="020B0604020202020204" pitchFamily="34" charset="0"/>
              <a:buNone/>
              <a:defRPr sz="1600" b="1" kern="1200">
                <a:solidFill>
                  <a:schemeClr val="dk2"/>
                </a:solidFill>
                <a:latin typeface="+mj-lt"/>
                <a:ea typeface="+mn-ea"/>
                <a:cs typeface="+mn-cs"/>
              </a:defRPr>
            </a:lvl7pPr>
            <a:lvl8pPr marL="0" indent="0" algn="l" defTabSz="1024585" rtl="0" eaLnBrk="1" latinLnBrk="0" hangingPunct="1">
              <a:lnSpc>
                <a:spcPct val="100000"/>
              </a:lnSpc>
              <a:spcBef>
                <a:spcPts val="600"/>
              </a:spcBef>
              <a:buFont typeface="Arial" panose="020B0604020202020204" pitchFamily="34" charset="0"/>
              <a:buNone/>
              <a:defRPr sz="1000" b="1" i="1" kern="1200" baseline="0">
                <a:solidFill>
                  <a:schemeClr val="tx1"/>
                </a:solidFill>
                <a:latin typeface="+mj-lt"/>
                <a:ea typeface="+mn-ea"/>
                <a:cs typeface="+mn-cs"/>
              </a:defRPr>
            </a:lvl8pPr>
            <a:lvl9pPr marL="0" indent="0" algn="l" defTabSz="1024585" rtl="0" eaLnBrk="1" latinLnBrk="0" hangingPunct="1">
              <a:lnSpc>
                <a:spcPct val="100000"/>
              </a:lnSpc>
              <a:spcBef>
                <a:spcPts val="600"/>
              </a:spcBef>
              <a:buFont typeface="Arial" panose="020B0604020202020204" pitchFamily="34" charset="0"/>
              <a:buNone/>
              <a:defRPr sz="1000" b="0" i="1" u="none" kern="1200" baseline="0">
                <a:solidFill>
                  <a:schemeClr val="tx1"/>
                </a:solidFill>
                <a:latin typeface="+mn-lt"/>
                <a:ea typeface="+mn-ea"/>
                <a:cs typeface="+mn-cs"/>
              </a:defRPr>
            </a:lvl9pPr>
          </a:lstStyle>
          <a:p>
            <a:r>
              <a:rPr lang="en-GB" sz="1200" dirty="0">
                <a:latin typeface="Calibri" panose="020F0502020204030204" pitchFamily="34" charset="0"/>
                <a:cs typeface="Calibri" panose="020F0502020204030204" pitchFamily="34" charset="0"/>
              </a:rPr>
              <a:t>    </a:t>
            </a:r>
            <a:r>
              <a:rPr lang="en-GB" sz="1200" u="sng" dirty="0">
                <a:latin typeface="Calibri" panose="020F0502020204030204" pitchFamily="34" charset="0"/>
                <a:cs typeface="Calibri" panose="020F0502020204030204" pitchFamily="34" charset="0"/>
              </a:rPr>
              <a:t>Rows</a:t>
            </a:r>
          </a:p>
          <a:p>
            <a:pPr>
              <a:spcBef>
                <a:spcPts val="0"/>
              </a:spcBef>
            </a:pPr>
            <a:r>
              <a:rPr lang="en-US" sz="1200" b="0" dirty="0">
                <a:latin typeface="Calibri" panose="020F0502020204030204" pitchFamily="34" charset="0"/>
                <a:cs typeface="Calibri" panose="020F0502020204030204" pitchFamily="34" charset="0"/>
              </a:rPr>
              <a:t>Font: </a:t>
            </a:r>
            <a:r>
              <a:rPr lang="en-US" sz="1200" b="0" i="1" dirty="0">
                <a:latin typeface="Calibri" panose="020F0502020204030204" pitchFamily="34" charset="0"/>
                <a:cs typeface="Calibri" panose="020F0502020204030204" pitchFamily="34" charset="0"/>
              </a:rPr>
              <a:t>Calibri 9pts, bold for all total rows</a:t>
            </a:r>
          </a:p>
          <a:p>
            <a:pPr>
              <a:spcBef>
                <a:spcPts val="0"/>
              </a:spcBef>
            </a:pPr>
            <a:r>
              <a:rPr lang="en-US" sz="1200" b="0" dirty="0">
                <a:latin typeface="Calibri" panose="020F0502020204030204" pitchFamily="34" charset="0"/>
                <a:cs typeface="Calibri" panose="020F0502020204030204" pitchFamily="34" charset="0"/>
              </a:rPr>
              <a:t>Font </a:t>
            </a:r>
            <a:r>
              <a:rPr lang="en-US" sz="1200" b="0" dirty="0" err="1">
                <a:latin typeface="Calibri" panose="020F0502020204030204" pitchFamily="34" charset="0"/>
                <a:cs typeface="Calibri" panose="020F0502020204030204" pitchFamily="34" charset="0"/>
              </a:rPr>
              <a:t>Colour</a:t>
            </a:r>
            <a:r>
              <a:rPr lang="en-US" sz="1200" b="0" dirty="0">
                <a:latin typeface="Calibri" panose="020F0502020204030204" pitchFamily="34" charset="0"/>
                <a:cs typeface="Calibri" panose="020F0502020204030204" pitchFamily="34" charset="0"/>
              </a:rPr>
              <a:t>: </a:t>
            </a:r>
            <a:r>
              <a:rPr lang="en-US" sz="1200" b="0" i="1" dirty="0">
                <a:latin typeface="Calibri" panose="020F0502020204030204" pitchFamily="34" charset="0"/>
                <a:cs typeface="Calibri" panose="020F0502020204030204" pitchFamily="34" charset="0"/>
              </a:rPr>
              <a:t>Black except in Additional Subtotal rows and Total rows where it is white</a:t>
            </a:r>
          </a:p>
          <a:p>
            <a:pPr>
              <a:spcBef>
                <a:spcPts val="0"/>
              </a:spcBef>
            </a:pPr>
            <a:r>
              <a:rPr lang="en-US" sz="1200" b="0" dirty="0">
                <a:latin typeface="Calibri" panose="020F0502020204030204" pitchFamily="34" charset="0"/>
                <a:cs typeface="Calibri" panose="020F0502020204030204" pitchFamily="34" charset="0"/>
              </a:rPr>
              <a:t>Alignment:</a:t>
            </a:r>
            <a:r>
              <a:rPr lang="en-US" sz="1200" b="0" i="1" dirty="0">
                <a:latin typeface="Calibri" panose="020F0502020204030204" pitchFamily="34" charset="0"/>
                <a:cs typeface="Calibri" panose="020F0502020204030204" pitchFamily="34" charset="0"/>
              </a:rPr>
              <a:t> Right</a:t>
            </a:r>
          </a:p>
          <a:p>
            <a:pPr>
              <a:spcBef>
                <a:spcPts val="0"/>
              </a:spcBef>
            </a:pPr>
            <a:r>
              <a:rPr lang="en-US" sz="1200" b="0" dirty="0">
                <a:latin typeface="Calibri" panose="020F0502020204030204" pitchFamily="34" charset="0"/>
                <a:cs typeface="Calibri" panose="020F0502020204030204" pitchFamily="34" charset="0"/>
              </a:rPr>
              <a:t>Row Height: </a:t>
            </a:r>
            <a:r>
              <a:rPr lang="en-US" sz="1200" b="0" i="1" dirty="0">
                <a:latin typeface="Calibri" panose="020F0502020204030204" pitchFamily="34" charset="0"/>
                <a:cs typeface="Calibri" panose="020F0502020204030204" pitchFamily="34" charset="0"/>
              </a:rPr>
              <a:t>17</a:t>
            </a:r>
          </a:p>
          <a:p>
            <a:pPr>
              <a:spcBef>
                <a:spcPts val="0"/>
              </a:spcBef>
            </a:pPr>
            <a:r>
              <a:rPr lang="en-US" sz="1200" b="0" dirty="0">
                <a:latin typeface="Calibri" panose="020F0502020204030204" pitchFamily="34" charset="0"/>
                <a:cs typeface="Calibri" panose="020F0502020204030204" pitchFamily="34" charset="0"/>
              </a:rPr>
              <a:t>Backup Data: </a:t>
            </a:r>
            <a:r>
              <a:rPr lang="en-US" sz="1200" b="0" i="1" dirty="0">
                <a:latin typeface="Calibri" panose="020F0502020204030204" pitchFamily="34" charset="0"/>
                <a:cs typeface="Calibri" panose="020F0502020204030204" pitchFamily="34" charset="0"/>
              </a:rPr>
              <a:t>Presented in italics and grouped in a table. This should not be brought into PowerPoint</a:t>
            </a:r>
            <a:br>
              <a:rPr lang="en-US" sz="1200" b="0" i="1" dirty="0">
                <a:latin typeface="Calibri" panose="020F0502020204030204" pitchFamily="34" charset="0"/>
                <a:cs typeface="Calibri" panose="020F0502020204030204" pitchFamily="34" charset="0"/>
              </a:rPr>
            </a:br>
            <a:endParaRPr lang="en-GB" sz="1200" b="0"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 </a:t>
            </a:r>
          </a:p>
          <a:p>
            <a:endParaRPr lang="en-GB"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p:txBody>
      </p:sp>
      <p:sp>
        <p:nvSpPr>
          <p:cNvPr id="45" name="Oval 44">
            <a:extLst>
              <a:ext uri="{FF2B5EF4-FFF2-40B4-BE49-F238E27FC236}">
                <a16:creationId xmlns:a16="http://schemas.microsoft.com/office/drawing/2014/main" id="{6805EB88-C0F0-4498-93A2-9AB717E22C32}"/>
              </a:ext>
            </a:extLst>
          </p:cNvPr>
          <p:cNvSpPr/>
          <p:nvPr/>
        </p:nvSpPr>
        <p:spPr>
          <a:xfrm>
            <a:off x="8754128" y="812316"/>
            <a:ext cx="163914" cy="159842"/>
          </a:xfrm>
          <a:prstGeom prst="ellipse">
            <a:avLst/>
          </a:prstGeom>
          <a:ln>
            <a:solidFill>
              <a:srgbClr val="4BACC6"/>
            </a:solidFill>
          </a:ln>
        </p:spPr>
        <p:style>
          <a:lnRef idx="2">
            <a:schemeClr val="accent1"/>
          </a:lnRef>
          <a:fillRef idx="1">
            <a:schemeClr val="lt1"/>
          </a:fillRef>
          <a:effectRef idx="0">
            <a:schemeClr val="accent1"/>
          </a:effectRef>
          <a:fontRef idx="minor">
            <a:schemeClr val="dk1"/>
          </a:fontRef>
        </p:style>
        <p:txBody>
          <a:bodyPr lIns="80133" tIns="40067" rIns="80133" bIns="40067"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ts val="526"/>
              </a:spcBef>
              <a:defRPr/>
            </a:pPr>
            <a:r>
              <a:rPr lang="en-US" sz="1200" b="1" dirty="0">
                <a:solidFill>
                  <a:srgbClr val="000000"/>
                </a:solidFill>
                <a:latin typeface="Calibri" panose="020F0502020204030204" pitchFamily="34" charset="0"/>
                <a:cs typeface="Calibri" panose="020F0502020204030204" pitchFamily="34" charset="0"/>
              </a:rPr>
              <a:t>3</a:t>
            </a:r>
            <a:endParaRPr lang="th-TH" sz="1200" b="1" dirty="0">
              <a:solidFill>
                <a:srgbClr val="000000"/>
              </a:solidFill>
              <a:latin typeface="Calibri" panose="020F0502020204030204" pitchFamily="34" charset="0"/>
            </a:endParaRPr>
          </a:p>
        </p:txBody>
      </p:sp>
      <p:sp>
        <p:nvSpPr>
          <p:cNvPr id="46" name="Oval 45">
            <a:extLst>
              <a:ext uri="{FF2B5EF4-FFF2-40B4-BE49-F238E27FC236}">
                <a16:creationId xmlns:a16="http://schemas.microsoft.com/office/drawing/2014/main" id="{617D2B6C-1C2A-4D63-806A-C00C2E3147F6}"/>
              </a:ext>
            </a:extLst>
          </p:cNvPr>
          <p:cNvSpPr/>
          <p:nvPr/>
        </p:nvSpPr>
        <p:spPr>
          <a:xfrm>
            <a:off x="8851758" y="2223374"/>
            <a:ext cx="163914" cy="159842"/>
          </a:xfrm>
          <a:prstGeom prst="ellipse">
            <a:avLst/>
          </a:prstGeom>
          <a:ln>
            <a:solidFill>
              <a:srgbClr val="4BACC6"/>
            </a:solidFill>
          </a:ln>
        </p:spPr>
        <p:style>
          <a:lnRef idx="2">
            <a:schemeClr val="accent1"/>
          </a:lnRef>
          <a:fillRef idx="1">
            <a:schemeClr val="lt1"/>
          </a:fillRef>
          <a:effectRef idx="0">
            <a:schemeClr val="accent1"/>
          </a:effectRef>
          <a:fontRef idx="minor">
            <a:schemeClr val="dk1"/>
          </a:fontRef>
        </p:style>
        <p:txBody>
          <a:bodyPr lIns="80133" tIns="40067" rIns="80133" bIns="40067"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ts val="526"/>
              </a:spcBef>
              <a:defRPr/>
            </a:pPr>
            <a:r>
              <a:rPr lang="en-US" sz="1200" b="1" dirty="0">
                <a:solidFill>
                  <a:srgbClr val="000000"/>
                </a:solidFill>
                <a:latin typeface="Calibri" panose="020F0502020204030204" pitchFamily="34" charset="0"/>
                <a:cs typeface="Calibri" panose="020F0502020204030204" pitchFamily="34" charset="0"/>
              </a:rPr>
              <a:t>4</a:t>
            </a:r>
            <a:endParaRPr lang="th-TH" sz="1200" b="1" dirty="0">
              <a:solidFill>
                <a:srgbClr val="000000"/>
              </a:solidFill>
              <a:latin typeface="Calibri" panose="020F0502020204030204" pitchFamily="34" charset="0"/>
            </a:endParaRPr>
          </a:p>
        </p:txBody>
      </p:sp>
      <p:sp>
        <p:nvSpPr>
          <p:cNvPr id="47" name="Oval 46">
            <a:extLst>
              <a:ext uri="{FF2B5EF4-FFF2-40B4-BE49-F238E27FC236}">
                <a16:creationId xmlns:a16="http://schemas.microsoft.com/office/drawing/2014/main" id="{3727B12A-3A7A-4F64-8654-2C166CFC70D8}"/>
              </a:ext>
            </a:extLst>
          </p:cNvPr>
          <p:cNvSpPr/>
          <p:nvPr/>
        </p:nvSpPr>
        <p:spPr>
          <a:xfrm>
            <a:off x="3501090" y="2606656"/>
            <a:ext cx="163914" cy="159842"/>
          </a:xfrm>
          <a:prstGeom prst="ellipse">
            <a:avLst/>
          </a:prstGeom>
          <a:ln>
            <a:solidFill>
              <a:srgbClr val="4BACC6"/>
            </a:solidFill>
          </a:ln>
        </p:spPr>
        <p:style>
          <a:lnRef idx="2">
            <a:schemeClr val="accent1"/>
          </a:lnRef>
          <a:fillRef idx="1">
            <a:schemeClr val="lt1"/>
          </a:fillRef>
          <a:effectRef idx="0">
            <a:schemeClr val="accent1"/>
          </a:effectRef>
          <a:fontRef idx="minor">
            <a:schemeClr val="dk1"/>
          </a:fontRef>
        </p:style>
        <p:txBody>
          <a:bodyPr lIns="80133" tIns="40067" rIns="80133" bIns="40067"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ts val="526"/>
              </a:spcBef>
              <a:defRPr/>
            </a:pPr>
            <a:r>
              <a:rPr lang="en-US" sz="1200" b="1" dirty="0">
                <a:solidFill>
                  <a:srgbClr val="000000"/>
                </a:solidFill>
                <a:latin typeface="Calibri" panose="020F0502020204030204" pitchFamily="34" charset="0"/>
                <a:cs typeface="Calibri" panose="020F0502020204030204" pitchFamily="34" charset="0"/>
              </a:rPr>
              <a:t>4</a:t>
            </a:r>
            <a:endParaRPr lang="th-TH" sz="1200" b="1" dirty="0">
              <a:solidFill>
                <a:srgbClr val="000000"/>
              </a:solidFill>
              <a:latin typeface="Calibri" panose="020F0502020204030204" pitchFamily="34" charset="0"/>
            </a:endParaRPr>
          </a:p>
        </p:txBody>
      </p:sp>
      <p:sp>
        <p:nvSpPr>
          <p:cNvPr id="48" name="Oval 47">
            <a:extLst>
              <a:ext uri="{FF2B5EF4-FFF2-40B4-BE49-F238E27FC236}">
                <a16:creationId xmlns:a16="http://schemas.microsoft.com/office/drawing/2014/main" id="{6EE12A55-3961-41E2-B60F-35F3EE498002}"/>
              </a:ext>
            </a:extLst>
          </p:cNvPr>
          <p:cNvSpPr/>
          <p:nvPr/>
        </p:nvSpPr>
        <p:spPr>
          <a:xfrm>
            <a:off x="2324166" y="3293693"/>
            <a:ext cx="175957" cy="159842"/>
          </a:xfrm>
          <a:prstGeom prst="ellipse">
            <a:avLst/>
          </a:prstGeom>
          <a:ln>
            <a:solidFill>
              <a:srgbClr val="4BACC6"/>
            </a:solidFill>
          </a:ln>
        </p:spPr>
        <p:style>
          <a:lnRef idx="2">
            <a:schemeClr val="accent1"/>
          </a:lnRef>
          <a:fillRef idx="1">
            <a:schemeClr val="lt1"/>
          </a:fillRef>
          <a:effectRef idx="0">
            <a:schemeClr val="accent1"/>
          </a:effectRef>
          <a:fontRef idx="minor">
            <a:schemeClr val="dk1"/>
          </a:fontRef>
        </p:style>
        <p:txBody>
          <a:bodyPr lIns="80133" tIns="40067" rIns="80133" bIns="40067"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ts val="526"/>
              </a:spcBef>
              <a:defRPr/>
            </a:pPr>
            <a:r>
              <a:rPr lang="en-US" sz="1300" b="1" dirty="0">
                <a:solidFill>
                  <a:srgbClr val="000000"/>
                </a:solidFill>
                <a:latin typeface="Calibri" panose="020F0502020204030204" pitchFamily="34" charset="0"/>
                <a:cs typeface="Calibri" panose="020F0502020204030204" pitchFamily="34" charset="0"/>
              </a:rPr>
              <a:t>4</a:t>
            </a:r>
            <a:endParaRPr lang="th-TH" sz="1300" b="1" dirty="0">
              <a:solidFill>
                <a:srgbClr val="000000"/>
              </a:solidFill>
              <a:latin typeface="Calibri" panose="020F0502020204030204" pitchFamily="34" charset="0"/>
            </a:endParaRPr>
          </a:p>
        </p:txBody>
      </p:sp>
      <p:sp>
        <p:nvSpPr>
          <p:cNvPr id="49" name="Oval 48">
            <a:extLst>
              <a:ext uri="{FF2B5EF4-FFF2-40B4-BE49-F238E27FC236}">
                <a16:creationId xmlns:a16="http://schemas.microsoft.com/office/drawing/2014/main" id="{F743E6CF-ED16-452A-8CF3-9DF242C4B0E0}"/>
              </a:ext>
            </a:extLst>
          </p:cNvPr>
          <p:cNvSpPr/>
          <p:nvPr/>
        </p:nvSpPr>
        <p:spPr>
          <a:xfrm>
            <a:off x="8590214" y="2832192"/>
            <a:ext cx="163914" cy="159842"/>
          </a:xfrm>
          <a:prstGeom prst="ellipse">
            <a:avLst/>
          </a:prstGeom>
          <a:ln>
            <a:solidFill>
              <a:srgbClr val="4BACC6"/>
            </a:solidFill>
          </a:ln>
        </p:spPr>
        <p:style>
          <a:lnRef idx="2">
            <a:schemeClr val="accent1"/>
          </a:lnRef>
          <a:fillRef idx="1">
            <a:schemeClr val="lt1"/>
          </a:fillRef>
          <a:effectRef idx="0">
            <a:schemeClr val="accent1"/>
          </a:effectRef>
          <a:fontRef idx="minor">
            <a:schemeClr val="dk1"/>
          </a:fontRef>
        </p:style>
        <p:txBody>
          <a:bodyPr lIns="80133" tIns="40067" rIns="80133" bIns="40067"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ts val="526"/>
              </a:spcBef>
              <a:defRPr/>
            </a:pPr>
            <a:r>
              <a:rPr lang="en-US" sz="1200" b="1" dirty="0">
                <a:solidFill>
                  <a:srgbClr val="000000"/>
                </a:solidFill>
                <a:latin typeface="Calibri" panose="020F0502020204030204" pitchFamily="34" charset="0"/>
                <a:cs typeface="Calibri" panose="020F0502020204030204" pitchFamily="34" charset="0"/>
              </a:rPr>
              <a:t>5</a:t>
            </a:r>
            <a:endParaRPr lang="th-TH" sz="1200" b="1" dirty="0">
              <a:solidFill>
                <a:srgbClr val="000000"/>
              </a:solidFill>
              <a:latin typeface="Calibri" panose="020F0502020204030204" pitchFamily="34" charset="0"/>
            </a:endParaRPr>
          </a:p>
        </p:txBody>
      </p:sp>
      <p:sp>
        <p:nvSpPr>
          <p:cNvPr id="50" name="Content Placeholder 38">
            <a:extLst>
              <a:ext uri="{FF2B5EF4-FFF2-40B4-BE49-F238E27FC236}">
                <a16:creationId xmlns:a16="http://schemas.microsoft.com/office/drawing/2014/main" id="{A914083F-67D9-4F94-BCA7-6FD3663C88BA}"/>
              </a:ext>
            </a:extLst>
          </p:cNvPr>
          <p:cNvSpPr txBox="1">
            <a:spLocks/>
          </p:cNvSpPr>
          <p:nvPr/>
        </p:nvSpPr>
        <p:spPr>
          <a:xfrm>
            <a:off x="6836387" y="3784029"/>
            <a:ext cx="1818376" cy="1224136"/>
          </a:xfrm>
          <a:prstGeom prst="rect">
            <a:avLst/>
          </a:prstGeom>
        </p:spPr>
        <p:txBody>
          <a:bodyPr vert="horz" lIns="0" tIns="0" rIns="0" bIns="0" rtlCol="0">
            <a:noAutofit/>
          </a:bodyPr>
          <a:lstStyle>
            <a:lvl1pPr marL="0" indent="0" algn="l" defTabSz="1024585" rtl="0" eaLnBrk="1" latinLnBrk="0" hangingPunct="1">
              <a:lnSpc>
                <a:spcPct val="100000"/>
              </a:lnSpc>
              <a:spcBef>
                <a:spcPts val="1200"/>
              </a:spcBef>
              <a:buFont typeface="Arial" panose="020B0604020202020204" pitchFamily="34" charset="0"/>
              <a:buNone/>
              <a:defRPr sz="1600" b="1" kern="1200">
                <a:solidFill>
                  <a:schemeClr val="tx1"/>
                </a:solidFill>
                <a:latin typeface="+mj-lt"/>
                <a:ea typeface="+mn-ea"/>
                <a:cs typeface="+mn-cs"/>
              </a:defRPr>
            </a:lvl1pPr>
            <a:lvl2pPr marL="0" indent="0" algn="l" defTabSz="1024585" rtl="0" eaLnBrk="1" latinLnBrk="0" hangingPunct="1">
              <a:lnSpc>
                <a:spcPct val="100000"/>
              </a:lnSpc>
              <a:spcBef>
                <a:spcPts val="600"/>
              </a:spcBef>
              <a:buFont typeface="Arial" panose="020B0604020202020204" pitchFamily="34" charset="0"/>
              <a:buNone/>
              <a:defRPr sz="1600" kern="1200">
                <a:solidFill>
                  <a:schemeClr val="tx1"/>
                </a:solidFill>
                <a:latin typeface="+mn-lt"/>
                <a:ea typeface="+mn-ea"/>
                <a:cs typeface="+mn-cs"/>
              </a:defRPr>
            </a:lvl2pPr>
            <a:lvl3pPr marL="180000" indent="-180000" algn="l" defTabSz="1024585" rtl="0" eaLnBrk="1" latinLnBrk="0" hangingPunct="1">
              <a:lnSpc>
                <a:spcPct val="10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360000" indent="-180000" algn="l" defTabSz="1024585" rtl="0" eaLnBrk="1" latinLnBrk="0" hangingPunct="1">
              <a:lnSpc>
                <a:spcPct val="100000"/>
              </a:lnSpc>
              <a:spcBef>
                <a:spcPts val="6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540000" indent="-180000" algn="l" defTabSz="1024585" rtl="0" eaLnBrk="1" latinLnBrk="0" hangingPunct="1">
              <a:lnSpc>
                <a:spcPct val="100000"/>
              </a:lnSpc>
              <a:spcBef>
                <a:spcPts val="6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80000" algn="l" defTabSz="1024585" rtl="0" eaLnBrk="1" latinLnBrk="0" hangingPunct="1">
              <a:lnSpc>
                <a:spcPct val="100000"/>
              </a:lnSpc>
              <a:spcBef>
                <a:spcPts val="600"/>
              </a:spcBef>
              <a:buClr>
                <a:schemeClr val="accent1"/>
              </a:buClr>
              <a:buFont typeface="Arial" panose="020B0604020202020204" pitchFamily="34" charset="0"/>
              <a:buChar char="–"/>
              <a:defRPr sz="1100" kern="1200" baseline="0">
                <a:solidFill>
                  <a:schemeClr val="tx1"/>
                </a:solidFill>
                <a:latin typeface="+mn-lt"/>
                <a:ea typeface="+mn-ea"/>
                <a:cs typeface="+mn-cs"/>
              </a:defRPr>
            </a:lvl6pPr>
            <a:lvl7pPr marL="0" indent="0" algn="l" defTabSz="1024585" rtl="0" eaLnBrk="1" latinLnBrk="0" hangingPunct="1">
              <a:lnSpc>
                <a:spcPct val="100000"/>
              </a:lnSpc>
              <a:spcBef>
                <a:spcPts val="1200"/>
              </a:spcBef>
              <a:buFont typeface="Arial" panose="020B0604020202020204" pitchFamily="34" charset="0"/>
              <a:buNone/>
              <a:defRPr sz="1600" b="1" kern="1200">
                <a:solidFill>
                  <a:schemeClr val="dk2"/>
                </a:solidFill>
                <a:latin typeface="+mj-lt"/>
                <a:ea typeface="+mn-ea"/>
                <a:cs typeface="+mn-cs"/>
              </a:defRPr>
            </a:lvl7pPr>
            <a:lvl8pPr marL="0" indent="0" algn="l" defTabSz="1024585" rtl="0" eaLnBrk="1" latinLnBrk="0" hangingPunct="1">
              <a:lnSpc>
                <a:spcPct val="100000"/>
              </a:lnSpc>
              <a:spcBef>
                <a:spcPts val="600"/>
              </a:spcBef>
              <a:buFont typeface="Arial" panose="020B0604020202020204" pitchFamily="34" charset="0"/>
              <a:buNone/>
              <a:defRPr sz="1000" b="1" i="1" kern="1200" baseline="0">
                <a:solidFill>
                  <a:schemeClr val="tx1"/>
                </a:solidFill>
                <a:latin typeface="+mj-lt"/>
                <a:ea typeface="+mn-ea"/>
                <a:cs typeface="+mn-cs"/>
              </a:defRPr>
            </a:lvl8pPr>
            <a:lvl9pPr marL="0" indent="0" algn="l" defTabSz="1024585" rtl="0" eaLnBrk="1" latinLnBrk="0" hangingPunct="1">
              <a:lnSpc>
                <a:spcPct val="100000"/>
              </a:lnSpc>
              <a:spcBef>
                <a:spcPts val="600"/>
              </a:spcBef>
              <a:buFont typeface="Arial" panose="020B0604020202020204" pitchFamily="34" charset="0"/>
              <a:buNone/>
              <a:defRPr sz="1000" b="0" i="1" u="none" kern="1200" baseline="0">
                <a:solidFill>
                  <a:schemeClr val="tx1"/>
                </a:solidFill>
                <a:latin typeface="+mn-lt"/>
                <a:ea typeface="+mn-ea"/>
                <a:cs typeface="+mn-cs"/>
              </a:defRPr>
            </a:lvl9pPr>
          </a:lstStyle>
          <a:p>
            <a:pPr>
              <a:spcBef>
                <a:spcPts val="0"/>
              </a:spcBef>
            </a:pPr>
            <a:r>
              <a:rPr lang="en-GB" sz="1200" dirty="0">
                <a:latin typeface="Calibri" panose="020F0502020204030204" pitchFamily="34" charset="0"/>
                <a:cs typeface="Calibri" panose="020F0502020204030204" pitchFamily="34" charset="0"/>
              </a:rPr>
              <a:t>    </a:t>
            </a:r>
            <a:r>
              <a:rPr lang="en-GB" sz="1200" u="sng" dirty="0">
                <a:latin typeface="Calibri" panose="020F0502020204030204" pitchFamily="34" charset="0"/>
                <a:cs typeface="Calibri" panose="020F0502020204030204" pitchFamily="34" charset="0"/>
              </a:rPr>
              <a:t>Supplementary data</a:t>
            </a:r>
          </a:p>
          <a:p>
            <a:pPr>
              <a:spcBef>
                <a:spcPts val="0"/>
              </a:spcBef>
            </a:pPr>
            <a:r>
              <a:rPr lang="en-US" sz="1200" b="0" dirty="0">
                <a:latin typeface="Calibri" panose="020F0502020204030204" pitchFamily="34" charset="0"/>
                <a:cs typeface="Calibri" panose="020F0502020204030204" pitchFamily="34" charset="0"/>
                <a:sym typeface="Wingdings" panose="05000000000000000000" pitchFamily="2" charset="2"/>
              </a:rPr>
              <a:t> </a:t>
            </a:r>
            <a:r>
              <a:rPr lang="en-US" sz="1200" b="0" dirty="0">
                <a:latin typeface="Calibri" panose="020F0502020204030204" pitchFamily="34" charset="0"/>
                <a:cs typeface="Calibri" panose="020F0502020204030204" pitchFamily="34" charset="0"/>
              </a:rPr>
              <a:t>Should be separated with a spacer line and a thin black line from the main table</a:t>
            </a:r>
            <a:endParaRPr lang="en-GB" sz="1200" b="0" dirty="0">
              <a:latin typeface="Calibri" panose="020F0502020204030204" pitchFamily="34" charset="0"/>
              <a:cs typeface="Calibri" panose="020F0502020204030204" pitchFamily="34" charset="0"/>
            </a:endParaRPr>
          </a:p>
          <a:p>
            <a:pPr>
              <a:spcBef>
                <a:spcPts val="0"/>
              </a:spcBef>
            </a:pPr>
            <a:br>
              <a:rPr lang="en-US" sz="1200" b="0" i="1" dirty="0">
                <a:latin typeface="Calibri" panose="020F0502020204030204" pitchFamily="34" charset="0"/>
                <a:cs typeface="Calibri" panose="020F0502020204030204" pitchFamily="34" charset="0"/>
              </a:rPr>
            </a:br>
            <a:endParaRPr lang="en-GB" sz="1200" b="0" dirty="0">
              <a:latin typeface="Calibri" panose="020F0502020204030204" pitchFamily="34" charset="0"/>
              <a:cs typeface="Calibri" panose="020F0502020204030204" pitchFamily="34" charset="0"/>
            </a:endParaRPr>
          </a:p>
          <a:p>
            <a:r>
              <a:rPr lang="en-GB" dirty="0">
                <a:latin typeface="Calibri" panose="020F0502020204030204" pitchFamily="34" charset="0"/>
                <a:cs typeface="Calibri" panose="020F0502020204030204" pitchFamily="34" charset="0"/>
              </a:rPr>
              <a:t> </a:t>
            </a:r>
          </a:p>
          <a:p>
            <a:endParaRPr lang="en-GB"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p:txBody>
      </p:sp>
      <p:sp>
        <p:nvSpPr>
          <p:cNvPr id="51" name="Oval 50">
            <a:extLst>
              <a:ext uri="{FF2B5EF4-FFF2-40B4-BE49-F238E27FC236}">
                <a16:creationId xmlns:a16="http://schemas.microsoft.com/office/drawing/2014/main" id="{94A47797-7523-4482-B7DA-3237B7ADA968}"/>
              </a:ext>
            </a:extLst>
          </p:cNvPr>
          <p:cNvSpPr/>
          <p:nvPr/>
        </p:nvSpPr>
        <p:spPr>
          <a:xfrm>
            <a:off x="6760609" y="3784029"/>
            <a:ext cx="163914" cy="159842"/>
          </a:xfrm>
          <a:prstGeom prst="ellipse">
            <a:avLst/>
          </a:prstGeom>
          <a:ln>
            <a:solidFill>
              <a:srgbClr val="4BACC6"/>
            </a:solidFill>
          </a:ln>
        </p:spPr>
        <p:style>
          <a:lnRef idx="2">
            <a:schemeClr val="accent1"/>
          </a:lnRef>
          <a:fillRef idx="1">
            <a:schemeClr val="lt1"/>
          </a:fillRef>
          <a:effectRef idx="0">
            <a:schemeClr val="accent1"/>
          </a:effectRef>
          <a:fontRef idx="minor">
            <a:schemeClr val="dk1"/>
          </a:fontRef>
        </p:style>
        <p:txBody>
          <a:bodyPr lIns="80133" tIns="40067" rIns="80133" bIns="40067"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spcBef>
                <a:spcPts val="526"/>
              </a:spcBef>
              <a:defRPr/>
            </a:pPr>
            <a:r>
              <a:rPr lang="en-US" sz="1300" b="1" dirty="0">
                <a:solidFill>
                  <a:srgbClr val="000000"/>
                </a:solidFill>
                <a:latin typeface="Calibri" panose="020F0502020204030204" pitchFamily="34" charset="0"/>
                <a:cs typeface="Calibri" panose="020F0502020204030204" pitchFamily="34" charset="0"/>
              </a:rPr>
              <a:t>5</a:t>
            </a:r>
            <a:endParaRPr lang="th-TH" sz="1300" b="1" dirty="0">
              <a:solidFill>
                <a:srgbClr val="000000"/>
              </a:solidFill>
              <a:latin typeface="Calibri" panose="020F0502020204030204" pitchFamily="34" charset="0"/>
            </a:endParaRPr>
          </a:p>
        </p:txBody>
      </p:sp>
    </p:spTree>
    <p:extLst>
      <p:ext uri="{BB962C8B-B14F-4D97-AF65-F5344CB8AC3E}">
        <p14:creationId xmlns:p14="http://schemas.microsoft.com/office/powerpoint/2010/main" val="3208970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AE5FD7A-E43F-4E4C-AB93-EFA82E8F5533}"/>
              </a:ext>
            </a:extLst>
          </p:cNvPr>
          <p:cNvSpPr txBox="1"/>
          <p:nvPr/>
        </p:nvSpPr>
        <p:spPr>
          <a:xfrm>
            <a:off x="121743" y="3468621"/>
            <a:ext cx="3360597" cy="1271904"/>
          </a:xfrm>
          <a:prstGeom prst="rect">
            <a:avLst/>
          </a:prstGeom>
          <a:solidFill>
            <a:schemeClr val="bg1"/>
          </a:solidFill>
        </p:spPr>
        <p:txBody>
          <a:bodyPr wrap="square" rtlCol="0">
            <a:spAutoFit/>
          </a:bodyPr>
          <a:lstStyle/>
          <a:p>
            <a:endParaRPr lang="en-GB" dirty="0"/>
          </a:p>
        </p:txBody>
      </p:sp>
      <p:sp>
        <p:nvSpPr>
          <p:cNvPr id="4" name="Title 1">
            <a:extLst>
              <a:ext uri="{FF2B5EF4-FFF2-40B4-BE49-F238E27FC236}">
                <a16:creationId xmlns:a16="http://schemas.microsoft.com/office/drawing/2014/main" id="{5CD7DEEA-A253-49A4-B8B7-3D5E9927C054}"/>
              </a:ext>
            </a:extLst>
          </p:cNvPr>
          <p:cNvSpPr txBox="1">
            <a:spLocks/>
          </p:cNvSpPr>
          <p:nvPr/>
        </p:nvSpPr>
        <p:spPr>
          <a:xfrm>
            <a:off x="685800" y="284387"/>
            <a:ext cx="7772400" cy="575871"/>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2800" kern="1200">
                <a:solidFill>
                  <a:srgbClr val="023772"/>
                </a:solidFill>
                <a:latin typeface="+mj-lt"/>
                <a:ea typeface="+mj-ea"/>
                <a:cs typeface="+mj-cs"/>
              </a:defRPr>
            </a:lvl1pPr>
          </a:lstStyle>
          <a:p>
            <a:r>
              <a:rPr lang="en-IE" dirty="0"/>
              <a:t>General Formatting Rules &amp; Approaches</a:t>
            </a:r>
          </a:p>
        </p:txBody>
      </p:sp>
      <p:sp>
        <p:nvSpPr>
          <p:cNvPr id="52" name="Content Placeholder 38">
            <a:extLst>
              <a:ext uri="{FF2B5EF4-FFF2-40B4-BE49-F238E27FC236}">
                <a16:creationId xmlns:a16="http://schemas.microsoft.com/office/drawing/2014/main" id="{8A8AB6C7-69EE-42E2-8549-C200F887E94A}"/>
              </a:ext>
            </a:extLst>
          </p:cNvPr>
          <p:cNvSpPr txBox="1">
            <a:spLocks/>
          </p:cNvSpPr>
          <p:nvPr/>
        </p:nvSpPr>
        <p:spPr>
          <a:xfrm>
            <a:off x="276675" y="842200"/>
            <a:ext cx="10080872" cy="2591817"/>
          </a:xfrm>
          <a:prstGeom prst="rect">
            <a:avLst/>
          </a:prstGeom>
        </p:spPr>
        <p:txBody>
          <a:bodyPr/>
          <a:lstStyle>
            <a:lvl1pPr marL="342900" indent="-342900" algn="l" defTabSz="457200" rtl="0" eaLnBrk="1" latinLnBrk="0" hangingPunct="1">
              <a:spcBef>
                <a:spcPct val="20000"/>
              </a:spcBef>
              <a:buFont typeface="Arial"/>
              <a:buChar char="•"/>
              <a:defRPr sz="1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2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GB" b="1" dirty="0">
                <a:solidFill>
                  <a:srgbClr val="0A4274"/>
                </a:solidFill>
                <a:latin typeface="Calibri" panose="020F0502020204030204" pitchFamily="34" charset="0"/>
                <a:cs typeface="Calibri" panose="020F0502020204030204" pitchFamily="34" charset="0"/>
              </a:rPr>
              <a:t>Guidelines for Numbers, Percentages and Text</a:t>
            </a:r>
          </a:p>
        </p:txBody>
      </p:sp>
      <p:cxnSp>
        <p:nvCxnSpPr>
          <p:cNvPr id="53" name="Straight Connector 52">
            <a:extLst>
              <a:ext uri="{FF2B5EF4-FFF2-40B4-BE49-F238E27FC236}">
                <a16:creationId xmlns:a16="http://schemas.microsoft.com/office/drawing/2014/main" id="{5A4B54B4-A2F3-4B69-9DD8-15D33511CE30}"/>
              </a:ext>
            </a:extLst>
          </p:cNvPr>
          <p:cNvCxnSpPr>
            <a:cxnSpLocks/>
          </p:cNvCxnSpPr>
          <p:nvPr/>
        </p:nvCxnSpPr>
        <p:spPr>
          <a:xfrm>
            <a:off x="228184" y="1134449"/>
            <a:ext cx="8915816" cy="0"/>
          </a:xfrm>
          <a:prstGeom prst="line">
            <a:avLst/>
          </a:prstGeom>
          <a:ln>
            <a:solidFill>
              <a:schemeClr val="tx2"/>
            </a:solidFill>
          </a:ln>
        </p:spPr>
        <p:style>
          <a:lnRef idx="2">
            <a:schemeClr val="accent4"/>
          </a:lnRef>
          <a:fillRef idx="0">
            <a:schemeClr val="accent4"/>
          </a:fillRef>
          <a:effectRef idx="1">
            <a:schemeClr val="accent4"/>
          </a:effectRef>
          <a:fontRef idx="minor">
            <a:schemeClr val="tx1"/>
          </a:fontRef>
        </p:style>
      </p:cxnSp>
      <p:cxnSp>
        <p:nvCxnSpPr>
          <p:cNvPr id="54" name="Straight Connector 53">
            <a:extLst>
              <a:ext uri="{FF2B5EF4-FFF2-40B4-BE49-F238E27FC236}">
                <a16:creationId xmlns:a16="http://schemas.microsoft.com/office/drawing/2014/main" id="{C296C2D3-7D52-42AD-8F4B-79AA468229F5}"/>
              </a:ext>
            </a:extLst>
          </p:cNvPr>
          <p:cNvCxnSpPr>
            <a:cxnSpLocks/>
          </p:cNvCxnSpPr>
          <p:nvPr/>
        </p:nvCxnSpPr>
        <p:spPr>
          <a:xfrm>
            <a:off x="294906" y="1134449"/>
            <a:ext cx="8849094" cy="0"/>
          </a:xfrm>
          <a:prstGeom prst="line">
            <a:avLst/>
          </a:prstGeom>
          <a:ln>
            <a:solidFill>
              <a:schemeClr val="tx2"/>
            </a:solidFill>
          </a:ln>
        </p:spPr>
        <p:style>
          <a:lnRef idx="2">
            <a:schemeClr val="accent4"/>
          </a:lnRef>
          <a:fillRef idx="0">
            <a:schemeClr val="accent4"/>
          </a:fillRef>
          <a:effectRef idx="1">
            <a:schemeClr val="accent4"/>
          </a:effectRef>
          <a:fontRef idx="minor">
            <a:schemeClr val="tx1"/>
          </a:fontRef>
        </p:style>
      </p:cxnSp>
      <p:sp>
        <p:nvSpPr>
          <p:cNvPr id="55" name="Content Placeholder 38">
            <a:extLst>
              <a:ext uri="{FF2B5EF4-FFF2-40B4-BE49-F238E27FC236}">
                <a16:creationId xmlns:a16="http://schemas.microsoft.com/office/drawing/2014/main" id="{38187DCB-D718-46B0-B472-642C8C61C650}"/>
              </a:ext>
            </a:extLst>
          </p:cNvPr>
          <p:cNvSpPr txBox="1">
            <a:spLocks/>
          </p:cNvSpPr>
          <p:nvPr/>
        </p:nvSpPr>
        <p:spPr>
          <a:xfrm>
            <a:off x="3216272" y="1248348"/>
            <a:ext cx="5859148" cy="1335574"/>
          </a:xfrm>
          <a:prstGeom prst="rect">
            <a:avLst/>
          </a:prstGeom>
        </p:spPr>
        <p:txBody>
          <a:bodyPr vert="horz" lIns="0" tIns="0" rIns="0" bIns="0" rtlCol="0">
            <a:noAutofit/>
          </a:bodyPr>
          <a:lstStyle>
            <a:lvl1pPr marL="0" indent="0" algn="l" defTabSz="1024585" rtl="0" eaLnBrk="1" latinLnBrk="0" hangingPunct="1">
              <a:lnSpc>
                <a:spcPct val="100000"/>
              </a:lnSpc>
              <a:spcBef>
                <a:spcPts val="1200"/>
              </a:spcBef>
              <a:buFont typeface="Arial" panose="020B0604020202020204" pitchFamily="34" charset="0"/>
              <a:buNone/>
              <a:defRPr sz="1600" b="1" kern="1200">
                <a:solidFill>
                  <a:schemeClr val="tx1"/>
                </a:solidFill>
                <a:latin typeface="+mj-lt"/>
                <a:ea typeface="+mn-ea"/>
                <a:cs typeface="+mn-cs"/>
              </a:defRPr>
            </a:lvl1pPr>
            <a:lvl2pPr marL="0" indent="0" algn="l" defTabSz="1024585" rtl="0" eaLnBrk="1" latinLnBrk="0" hangingPunct="1">
              <a:lnSpc>
                <a:spcPct val="100000"/>
              </a:lnSpc>
              <a:spcBef>
                <a:spcPts val="600"/>
              </a:spcBef>
              <a:buFont typeface="Arial" panose="020B0604020202020204" pitchFamily="34" charset="0"/>
              <a:buNone/>
              <a:defRPr sz="1600" kern="1200">
                <a:solidFill>
                  <a:schemeClr val="tx1"/>
                </a:solidFill>
                <a:latin typeface="+mn-lt"/>
                <a:ea typeface="+mn-ea"/>
                <a:cs typeface="+mn-cs"/>
              </a:defRPr>
            </a:lvl2pPr>
            <a:lvl3pPr marL="180000" indent="-180000" algn="l" defTabSz="1024585" rtl="0" eaLnBrk="1" latinLnBrk="0" hangingPunct="1">
              <a:lnSpc>
                <a:spcPct val="10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360000" indent="-180000" algn="l" defTabSz="1024585" rtl="0" eaLnBrk="1" latinLnBrk="0" hangingPunct="1">
              <a:lnSpc>
                <a:spcPct val="100000"/>
              </a:lnSpc>
              <a:spcBef>
                <a:spcPts val="6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540000" indent="-180000" algn="l" defTabSz="1024585" rtl="0" eaLnBrk="1" latinLnBrk="0" hangingPunct="1">
              <a:lnSpc>
                <a:spcPct val="100000"/>
              </a:lnSpc>
              <a:spcBef>
                <a:spcPts val="6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80000" algn="l" defTabSz="1024585" rtl="0" eaLnBrk="1" latinLnBrk="0" hangingPunct="1">
              <a:lnSpc>
                <a:spcPct val="100000"/>
              </a:lnSpc>
              <a:spcBef>
                <a:spcPts val="600"/>
              </a:spcBef>
              <a:buClr>
                <a:schemeClr val="accent1"/>
              </a:buClr>
              <a:buFont typeface="Arial" panose="020B0604020202020204" pitchFamily="34" charset="0"/>
              <a:buChar char="–"/>
              <a:defRPr sz="1100" kern="1200" baseline="0">
                <a:solidFill>
                  <a:schemeClr val="tx1"/>
                </a:solidFill>
                <a:latin typeface="+mn-lt"/>
                <a:ea typeface="+mn-ea"/>
                <a:cs typeface="+mn-cs"/>
              </a:defRPr>
            </a:lvl6pPr>
            <a:lvl7pPr marL="0" indent="0" algn="l" defTabSz="1024585" rtl="0" eaLnBrk="1" latinLnBrk="0" hangingPunct="1">
              <a:lnSpc>
                <a:spcPct val="100000"/>
              </a:lnSpc>
              <a:spcBef>
                <a:spcPts val="1200"/>
              </a:spcBef>
              <a:buFont typeface="Arial" panose="020B0604020202020204" pitchFamily="34" charset="0"/>
              <a:buNone/>
              <a:defRPr sz="1600" b="1" kern="1200">
                <a:solidFill>
                  <a:schemeClr val="dk2"/>
                </a:solidFill>
                <a:latin typeface="+mj-lt"/>
                <a:ea typeface="+mn-ea"/>
                <a:cs typeface="+mn-cs"/>
              </a:defRPr>
            </a:lvl7pPr>
            <a:lvl8pPr marL="0" indent="0" algn="l" defTabSz="1024585" rtl="0" eaLnBrk="1" latinLnBrk="0" hangingPunct="1">
              <a:lnSpc>
                <a:spcPct val="100000"/>
              </a:lnSpc>
              <a:spcBef>
                <a:spcPts val="600"/>
              </a:spcBef>
              <a:buFont typeface="Arial" panose="020B0604020202020204" pitchFamily="34" charset="0"/>
              <a:buNone/>
              <a:defRPr sz="1000" b="1" i="1" kern="1200" baseline="0">
                <a:solidFill>
                  <a:schemeClr val="tx1"/>
                </a:solidFill>
                <a:latin typeface="+mj-lt"/>
                <a:ea typeface="+mn-ea"/>
                <a:cs typeface="+mn-cs"/>
              </a:defRPr>
            </a:lvl8pPr>
            <a:lvl9pPr marL="0" indent="0" algn="l" defTabSz="1024585" rtl="0" eaLnBrk="1" latinLnBrk="0" hangingPunct="1">
              <a:lnSpc>
                <a:spcPct val="100000"/>
              </a:lnSpc>
              <a:spcBef>
                <a:spcPts val="600"/>
              </a:spcBef>
              <a:buFont typeface="Arial" panose="020B0604020202020204" pitchFamily="34" charset="0"/>
              <a:buNone/>
              <a:defRPr sz="1000" b="0" i="1" u="none" kern="1200" baseline="0">
                <a:solidFill>
                  <a:schemeClr val="tx1"/>
                </a:solidFill>
                <a:latin typeface="+mn-lt"/>
                <a:ea typeface="+mn-ea"/>
                <a:cs typeface="+mn-cs"/>
              </a:defRPr>
            </a:lvl9pPr>
          </a:lstStyle>
          <a:p>
            <a:pPr>
              <a:spcBef>
                <a:spcPts val="0"/>
              </a:spcBef>
            </a:pPr>
            <a:r>
              <a:rPr lang="en-GB" sz="1200" u="sng" dirty="0">
                <a:latin typeface="Calibri" panose="020F0502020204030204" pitchFamily="34" charset="0"/>
                <a:cs typeface="Calibri" panose="020F0502020204030204" pitchFamily="34" charset="0"/>
              </a:rPr>
              <a:t>Numbers</a:t>
            </a:r>
          </a:p>
          <a:p>
            <a:pPr>
              <a:spcBef>
                <a:spcPts val="0"/>
              </a:spcBef>
            </a:pPr>
            <a:r>
              <a:rPr lang="en-US" sz="1200" b="0" dirty="0">
                <a:latin typeface="Calibri" panose="020F0502020204030204" pitchFamily="34" charset="0"/>
                <a:cs typeface="Calibri" panose="020F0502020204030204" pitchFamily="34" charset="0"/>
              </a:rPr>
              <a:t>Font: </a:t>
            </a:r>
            <a:r>
              <a:rPr lang="en-US" sz="1200" b="0" i="1" dirty="0">
                <a:latin typeface="Calibri" panose="020F0502020204030204" pitchFamily="34" charset="0"/>
                <a:cs typeface="Calibri" panose="020F0502020204030204" pitchFamily="34" charset="0"/>
              </a:rPr>
              <a:t>Calibri 9pts, Black</a:t>
            </a:r>
            <a:br>
              <a:rPr lang="en-US" sz="1200" b="0" dirty="0">
                <a:latin typeface="Calibri" panose="020F0502020204030204" pitchFamily="34" charset="0"/>
                <a:cs typeface="Calibri" panose="020F0502020204030204" pitchFamily="34" charset="0"/>
              </a:rPr>
            </a:br>
            <a:r>
              <a:rPr lang="en-US" sz="1200" b="0" dirty="0">
                <a:latin typeface="Calibri" panose="020F0502020204030204" pitchFamily="34" charset="0"/>
                <a:cs typeface="Calibri" panose="020F0502020204030204" pitchFamily="34" charset="0"/>
              </a:rPr>
              <a:t>Alignment:</a:t>
            </a:r>
            <a:r>
              <a:rPr lang="en-US" sz="1200" b="0" i="1" dirty="0">
                <a:latin typeface="Calibri" panose="020F0502020204030204" pitchFamily="34" charset="0"/>
                <a:cs typeface="Calibri" panose="020F0502020204030204" pitchFamily="34" charset="0"/>
              </a:rPr>
              <a:t> Right</a:t>
            </a:r>
          </a:p>
          <a:p>
            <a:pPr>
              <a:spcBef>
                <a:spcPts val="0"/>
              </a:spcBef>
            </a:pPr>
            <a:r>
              <a:rPr lang="en-US" sz="1200" b="0" dirty="0">
                <a:latin typeface="Calibri" panose="020F0502020204030204" pitchFamily="34" charset="0"/>
                <a:cs typeface="Calibri" panose="020F0502020204030204" pitchFamily="34" charset="0"/>
              </a:rPr>
              <a:t>Zero Formatting: </a:t>
            </a:r>
            <a:r>
              <a:rPr lang="en-US" sz="1200" b="0" i="1" dirty="0">
                <a:latin typeface="Calibri" panose="020F0502020204030204" pitchFamily="34" charset="0"/>
                <a:cs typeface="Calibri" panose="020F0502020204030204" pitchFamily="34" charset="0"/>
              </a:rPr>
              <a:t>- </a:t>
            </a:r>
          </a:p>
          <a:p>
            <a:pPr>
              <a:spcBef>
                <a:spcPts val="0"/>
              </a:spcBef>
            </a:pPr>
            <a:r>
              <a:rPr lang="en-US" sz="1200" b="0" dirty="0">
                <a:latin typeface="Calibri" panose="020F0502020204030204" pitchFamily="34" charset="0"/>
                <a:cs typeface="Calibri" panose="020F0502020204030204" pitchFamily="34" charset="0"/>
              </a:rPr>
              <a:t>Negative Numbers: </a:t>
            </a:r>
            <a:r>
              <a:rPr lang="en-US" sz="1200" b="0" i="1" dirty="0">
                <a:latin typeface="Calibri" panose="020F0502020204030204" pitchFamily="34" charset="0"/>
                <a:cs typeface="Calibri" panose="020F0502020204030204" pitchFamily="34" charset="0"/>
              </a:rPr>
              <a:t>Brackets and not in red</a:t>
            </a:r>
          </a:p>
          <a:p>
            <a:pPr>
              <a:spcBef>
                <a:spcPts val="0"/>
              </a:spcBef>
            </a:pPr>
            <a:r>
              <a:rPr lang="en-US" sz="1200" b="0" dirty="0">
                <a:latin typeface="Calibri" panose="020F0502020204030204" pitchFamily="34" charset="0"/>
                <a:cs typeface="Calibri" panose="020F0502020204030204" pitchFamily="34" charset="0"/>
              </a:rPr>
              <a:t>Decimal Place: </a:t>
            </a:r>
            <a:r>
              <a:rPr lang="en-US" sz="1200" b="0" i="1" dirty="0">
                <a:latin typeface="Calibri" panose="020F0502020204030204" pitchFamily="34" charset="0"/>
                <a:cs typeface="Calibri" panose="020F0502020204030204" pitchFamily="34" charset="0"/>
              </a:rPr>
              <a:t>If all numbers are &gt;100, no decimal place. If not, can use 1 decimal place. Never mix numbers in a table with and without decimals. If in doubt, do not use a decimal. </a:t>
            </a:r>
          </a:p>
          <a:p>
            <a:pPr>
              <a:spcBef>
                <a:spcPts val="0"/>
              </a:spcBef>
            </a:pPr>
            <a:r>
              <a:rPr lang="en-US" sz="1200" b="0" i="1" dirty="0">
                <a:latin typeface="Calibri" panose="020F0502020204030204" pitchFamily="34" charset="0"/>
                <a:cs typeface="Calibri" panose="020F0502020204030204" pitchFamily="34" charset="0"/>
              </a:rPr>
              <a:t>#,##0;(#,##0);"-"</a:t>
            </a:r>
          </a:p>
        </p:txBody>
      </p:sp>
      <p:graphicFrame>
        <p:nvGraphicFramePr>
          <p:cNvPr id="56" name="Table 55">
            <a:extLst>
              <a:ext uri="{FF2B5EF4-FFF2-40B4-BE49-F238E27FC236}">
                <a16:creationId xmlns:a16="http://schemas.microsoft.com/office/drawing/2014/main" id="{0E7312D9-4FFD-4868-B0D9-36E3EB354B85}"/>
              </a:ext>
            </a:extLst>
          </p:cNvPr>
          <p:cNvGraphicFramePr>
            <a:graphicFrameLocks noGrp="1"/>
          </p:cNvGraphicFramePr>
          <p:nvPr>
            <p:extLst>
              <p:ext uri="{D42A27DB-BD31-4B8C-83A1-F6EECF244321}">
                <p14:modId xmlns:p14="http://schemas.microsoft.com/office/powerpoint/2010/main" val="860227682"/>
              </p:ext>
            </p:extLst>
          </p:nvPr>
        </p:nvGraphicFramePr>
        <p:xfrm>
          <a:off x="257897" y="1135677"/>
          <a:ext cx="2755900" cy="1312545"/>
        </p:xfrm>
        <a:graphic>
          <a:graphicData uri="http://schemas.openxmlformats.org/drawingml/2006/table">
            <a:tbl>
              <a:tblPr/>
              <a:tblGrid>
                <a:gridCol w="11811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33400">
                  <a:extLst>
                    <a:ext uri="{9D8B030D-6E8A-4147-A177-3AD203B41FA5}">
                      <a16:colId xmlns:a16="http://schemas.microsoft.com/office/drawing/2014/main" val="20002"/>
                    </a:ext>
                  </a:extLst>
                </a:gridCol>
                <a:gridCol w="533400">
                  <a:extLst>
                    <a:ext uri="{9D8B030D-6E8A-4147-A177-3AD203B41FA5}">
                      <a16:colId xmlns:a16="http://schemas.microsoft.com/office/drawing/2014/main" val="20003"/>
                    </a:ext>
                  </a:extLst>
                </a:gridCol>
              </a:tblGrid>
              <a:tr h="200025">
                <a:tc>
                  <a:txBody>
                    <a:bodyPr/>
                    <a:lstStyle/>
                    <a:p>
                      <a:pPr algn="l" fontAlgn="b"/>
                      <a:r>
                        <a:rPr lang="en-GB" sz="1000" b="1" i="0" u="none" strike="noStrike" dirty="0">
                          <a:solidFill>
                            <a:srgbClr val="000000"/>
                          </a:solidFill>
                          <a:effectLst/>
                          <a:latin typeface="+mj-lt"/>
                        </a:rPr>
                        <a:t>Standard Table</a:t>
                      </a:r>
                    </a:p>
                  </a:txBody>
                  <a:tcPr marL="9525" marR="9525" marT="9525" marB="0" anchor="b">
                    <a:lnL>
                      <a:noFill/>
                    </a:lnL>
                    <a:lnR>
                      <a:noFill/>
                    </a:lnR>
                    <a:lnT>
                      <a:noFill/>
                    </a:lnT>
                    <a:lnB w="12700" cap="flat" cmpd="sng" algn="ctr">
                      <a:solidFill>
                        <a:srgbClr val="023873"/>
                      </a:solidFill>
                      <a:prstDash val="solid"/>
                      <a:round/>
                      <a:headEnd type="none" w="med" len="med"/>
                      <a:tailEnd type="none" w="med" len="med"/>
                    </a:lnB>
                  </a:tcPr>
                </a:tc>
                <a:tc>
                  <a:txBody>
                    <a:bodyPr/>
                    <a:lstStyle/>
                    <a:p>
                      <a:pPr algn="l" fontAlgn="b"/>
                      <a:r>
                        <a:rPr lang="en-GB" sz="900" b="1" i="0" u="none" strike="noStrike" dirty="0">
                          <a:solidFill>
                            <a:srgbClr val="4F81BD"/>
                          </a:solidFill>
                          <a:effectLst/>
                          <a:latin typeface="Arial"/>
                        </a:rPr>
                        <a:t> </a:t>
                      </a:r>
                    </a:p>
                  </a:txBody>
                  <a:tcPr marL="9525" marR="9525" marT="9525" marB="0" anchor="b">
                    <a:lnL>
                      <a:noFill/>
                    </a:lnL>
                    <a:lnR>
                      <a:noFill/>
                    </a:lnR>
                    <a:lnT>
                      <a:noFill/>
                    </a:lnT>
                    <a:lnB w="12700" cap="flat" cmpd="sng" algn="ctr">
                      <a:solidFill>
                        <a:srgbClr val="023873"/>
                      </a:solidFill>
                      <a:prstDash val="solid"/>
                      <a:round/>
                      <a:headEnd type="none" w="med" len="med"/>
                      <a:tailEnd type="none" w="med" len="med"/>
                    </a:lnB>
                  </a:tcPr>
                </a:tc>
                <a:tc>
                  <a:txBody>
                    <a:bodyPr/>
                    <a:lstStyle/>
                    <a:p>
                      <a:pPr algn="l" fontAlgn="b"/>
                      <a:r>
                        <a:rPr lang="en-GB" sz="900" b="1" i="0" u="none" strike="noStrike" dirty="0">
                          <a:solidFill>
                            <a:srgbClr val="4F81BD"/>
                          </a:solidFill>
                          <a:effectLst/>
                          <a:latin typeface="Arial"/>
                        </a:rPr>
                        <a:t> </a:t>
                      </a:r>
                    </a:p>
                  </a:txBody>
                  <a:tcPr marL="9525" marR="9525" marT="9525" marB="0" anchor="b">
                    <a:lnL>
                      <a:noFill/>
                    </a:lnL>
                    <a:lnR>
                      <a:noFill/>
                    </a:lnR>
                    <a:lnT>
                      <a:noFill/>
                    </a:lnT>
                    <a:lnB w="12700" cap="flat" cmpd="sng" algn="ctr">
                      <a:solidFill>
                        <a:srgbClr val="023873"/>
                      </a:solidFill>
                      <a:prstDash val="solid"/>
                      <a:round/>
                      <a:headEnd type="none" w="med" len="med"/>
                      <a:tailEnd type="none" w="med" len="med"/>
                    </a:lnB>
                  </a:tcPr>
                </a:tc>
                <a:tc>
                  <a:txBody>
                    <a:bodyPr/>
                    <a:lstStyle/>
                    <a:p>
                      <a:pPr algn="l" fontAlgn="b"/>
                      <a:r>
                        <a:rPr lang="en-GB" sz="900" b="1" i="0" u="none" strike="noStrike" dirty="0">
                          <a:solidFill>
                            <a:srgbClr val="4F81BD"/>
                          </a:solidFill>
                          <a:effectLst/>
                          <a:latin typeface="Arial"/>
                        </a:rPr>
                        <a:t> </a:t>
                      </a:r>
                    </a:p>
                  </a:txBody>
                  <a:tcPr marL="9525" marR="9525" marT="9525" marB="0" anchor="b">
                    <a:lnL>
                      <a:noFill/>
                    </a:lnL>
                    <a:lnR>
                      <a:noFill/>
                    </a:lnR>
                    <a:lnT>
                      <a:noFill/>
                    </a:lnT>
                    <a:lnB w="12700" cap="flat" cmpd="sng" algn="ctr">
                      <a:solidFill>
                        <a:srgbClr val="023873"/>
                      </a:solidFill>
                      <a:prstDash val="solid"/>
                      <a:round/>
                      <a:headEnd type="none" w="med" len="med"/>
                      <a:tailEnd type="none" w="med" len="med"/>
                    </a:lnB>
                  </a:tcPr>
                </a:tc>
                <a:extLst>
                  <a:ext uri="{0D108BD9-81ED-4DB2-BD59-A6C34878D82A}">
                    <a16:rowId xmlns:a16="http://schemas.microsoft.com/office/drawing/2014/main" val="10000"/>
                  </a:ext>
                </a:extLst>
              </a:tr>
              <a:tr h="64770">
                <a:tc>
                  <a:txBody>
                    <a:bodyPr/>
                    <a:lstStyle/>
                    <a:p>
                      <a:pPr algn="l" fontAlgn="b"/>
                      <a:endParaRPr lang="en-GB" sz="200" b="0" i="0" u="none" strike="noStrike">
                        <a:solidFill>
                          <a:srgbClr val="000000"/>
                        </a:solidFill>
                        <a:effectLst/>
                        <a:latin typeface="Arial"/>
                      </a:endParaRPr>
                    </a:p>
                  </a:txBody>
                  <a:tcPr marL="9525" marR="9525" marT="9525" marB="0" anchor="b">
                    <a:lnL>
                      <a:noFill/>
                    </a:lnL>
                    <a:lnR>
                      <a:noFill/>
                    </a:lnR>
                    <a:lnT w="12700" cap="flat" cmpd="sng" algn="ctr">
                      <a:solidFill>
                        <a:srgbClr val="023873"/>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fontAlgn="b"/>
                      <a:endParaRPr lang="en-GB" sz="200" b="0" i="0" u="none" strike="noStrike">
                        <a:solidFill>
                          <a:srgbClr val="000000"/>
                        </a:solidFill>
                        <a:effectLst/>
                        <a:latin typeface="Arial"/>
                      </a:endParaRPr>
                    </a:p>
                  </a:txBody>
                  <a:tcPr marL="9525" marR="9525" marT="9525" marB="0" anchor="b">
                    <a:lnL>
                      <a:noFill/>
                    </a:lnL>
                    <a:lnR>
                      <a:noFill/>
                    </a:lnR>
                    <a:lnT w="12700" cap="flat" cmpd="sng" algn="ctr">
                      <a:solidFill>
                        <a:srgbClr val="023873"/>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fontAlgn="b"/>
                      <a:endParaRPr lang="en-GB" sz="200" b="0" i="0" u="none" strike="noStrike">
                        <a:solidFill>
                          <a:srgbClr val="000000"/>
                        </a:solidFill>
                        <a:effectLst/>
                        <a:latin typeface="Arial"/>
                      </a:endParaRPr>
                    </a:p>
                  </a:txBody>
                  <a:tcPr marL="9525" marR="9525" marT="9525" marB="0" anchor="b">
                    <a:lnL>
                      <a:noFill/>
                    </a:lnL>
                    <a:lnR>
                      <a:noFill/>
                    </a:lnR>
                    <a:lnT w="12700" cap="flat" cmpd="sng" algn="ctr">
                      <a:solidFill>
                        <a:srgbClr val="023873"/>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tc>
                  <a:txBody>
                    <a:bodyPr/>
                    <a:lstStyle/>
                    <a:p>
                      <a:pPr algn="l" fontAlgn="b"/>
                      <a:endParaRPr lang="en-GB" sz="200" b="0" i="0" u="none" strike="noStrike">
                        <a:solidFill>
                          <a:srgbClr val="000000"/>
                        </a:solidFill>
                        <a:effectLst/>
                        <a:latin typeface="Arial"/>
                      </a:endParaRPr>
                    </a:p>
                  </a:txBody>
                  <a:tcPr marL="9525" marR="9525" marT="9525" marB="0" anchor="b">
                    <a:lnL>
                      <a:noFill/>
                    </a:lnL>
                    <a:lnR>
                      <a:noFill/>
                    </a:lnR>
                    <a:lnT w="12700" cap="flat" cmpd="sng" algn="ctr">
                      <a:solidFill>
                        <a:srgbClr val="023873"/>
                      </a:solidFill>
                      <a:prstDash val="solid"/>
                      <a:round/>
                      <a:headEnd type="none" w="med" len="med"/>
                      <a:tailEnd type="none" w="med" len="med"/>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285750">
                <a:tc>
                  <a:txBody>
                    <a:bodyPr/>
                    <a:lstStyle/>
                    <a:p>
                      <a:pPr algn="l" fontAlgn="b"/>
                      <a:r>
                        <a:rPr lang="en-GB" sz="900" b="1" i="0" u="none" strike="noStrike" dirty="0">
                          <a:solidFill>
                            <a:srgbClr val="FFFFFF"/>
                          </a:solidFill>
                          <a:effectLst/>
                          <a:latin typeface="Calibri" panose="020F0502020204030204" pitchFamily="34" charset="0"/>
                          <a:cs typeface="Calibri" panose="020F0502020204030204" pitchFamily="34" charset="0"/>
                        </a:rPr>
                        <a:t>€'000</a:t>
                      </a:r>
                    </a:p>
                  </a:txBody>
                  <a:tcPr marL="9525" marR="9525" marT="95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23873"/>
                    </a:solidFill>
                  </a:tcPr>
                </a:tc>
                <a:tc>
                  <a:txBody>
                    <a:bodyPr/>
                    <a:lstStyle/>
                    <a:p>
                      <a:pPr algn="ctr" fontAlgn="b"/>
                      <a:r>
                        <a:rPr lang="en-GB" sz="900" b="1" i="0" u="none" strike="noStrike" dirty="0">
                          <a:solidFill>
                            <a:srgbClr val="FFFFFF"/>
                          </a:solidFill>
                          <a:effectLst/>
                          <a:latin typeface="Calibri" panose="020F0502020204030204" pitchFamily="34" charset="0"/>
                          <a:cs typeface="Calibri" panose="020F0502020204030204" pitchFamily="34" charset="0"/>
                        </a:rPr>
                        <a:t>2013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D2D3D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23873"/>
                    </a:solidFill>
                  </a:tcPr>
                </a:tc>
                <a:tc>
                  <a:txBody>
                    <a:bodyPr/>
                    <a:lstStyle/>
                    <a:p>
                      <a:pPr algn="ctr" fontAlgn="b"/>
                      <a:r>
                        <a:rPr lang="en-GB" sz="900" b="1" i="0" u="none" strike="noStrike" dirty="0">
                          <a:solidFill>
                            <a:srgbClr val="FFFFFF"/>
                          </a:solidFill>
                          <a:effectLst/>
                          <a:latin typeface="Calibri" panose="020F0502020204030204" pitchFamily="34" charset="0"/>
                          <a:cs typeface="Calibri" panose="020F0502020204030204" pitchFamily="34" charset="0"/>
                        </a:rPr>
                        <a:t>2014</a:t>
                      </a:r>
                    </a:p>
                  </a:txBody>
                  <a:tcPr marL="9525" marR="9525" marT="9525" marB="0" anchor="b">
                    <a:lnL w="6350" cap="flat" cmpd="sng" algn="ctr">
                      <a:solidFill>
                        <a:srgbClr val="D2D3D4"/>
                      </a:solidFill>
                      <a:prstDash val="solid"/>
                      <a:round/>
                      <a:headEnd type="none" w="med" len="med"/>
                      <a:tailEnd type="none" w="med" len="med"/>
                    </a:lnL>
                    <a:lnR w="6350" cap="flat" cmpd="sng" algn="ctr">
                      <a:solidFill>
                        <a:srgbClr val="D2D3D4"/>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23873"/>
                    </a:solidFill>
                  </a:tcPr>
                </a:tc>
                <a:tc>
                  <a:txBody>
                    <a:bodyPr/>
                    <a:lstStyle/>
                    <a:p>
                      <a:pPr algn="ctr" fontAlgn="b"/>
                      <a:r>
                        <a:rPr lang="en-GB" sz="900" b="1" i="0" u="none" strike="noStrike" dirty="0">
                          <a:solidFill>
                            <a:srgbClr val="FFFFFF"/>
                          </a:solidFill>
                          <a:effectLst/>
                          <a:latin typeface="Calibri" panose="020F0502020204030204" pitchFamily="34" charset="0"/>
                          <a:cs typeface="Calibri" panose="020F0502020204030204" pitchFamily="34" charset="0"/>
                        </a:rPr>
                        <a:t>% YoY</a:t>
                      </a:r>
                    </a:p>
                  </a:txBody>
                  <a:tcPr marL="9525" marR="9525" marT="9525" marB="0" anchor="b">
                    <a:lnL w="6350" cap="flat" cmpd="sng" algn="ctr">
                      <a:solidFill>
                        <a:srgbClr val="D2D3D4"/>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23873"/>
                    </a:solidFill>
                  </a:tcPr>
                </a:tc>
                <a:extLst>
                  <a:ext uri="{0D108BD9-81ED-4DB2-BD59-A6C34878D82A}">
                    <a16:rowId xmlns:a16="http://schemas.microsoft.com/office/drawing/2014/main" val="10002"/>
                  </a:ext>
                </a:extLst>
              </a:tr>
              <a:tr h="152400">
                <a:tc>
                  <a:txBody>
                    <a:bodyPr/>
                    <a:lstStyle/>
                    <a:p>
                      <a:pPr algn="l" fontAlgn="b"/>
                      <a:r>
                        <a:rPr lang="en-GB" sz="900" b="0" i="0" u="none" strike="noStrike">
                          <a:solidFill>
                            <a:srgbClr val="000000"/>
                          </a:solidFill>
                          <a:effectLst/>
                          <a:latin typeface="Calibri" panose="020F0502020204030204" pitchFamily="34" charset="0"/>
                          <a:cs typeface="Calibri" panose="020F0502020204030204" pitchFamily="34" charset="0"/>
                        </a:rPr>
                        <a:t>Company A</a:t>
                      </a:r>
                    </a:p>
                  </a:txBody>
                  <a:tcPr marL="9525" marR="9525" marT="95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FFFFFF"/>
                    </a:solidFill>
                  </a:tcPr>
                </a:tc>
                <a:tc>
                  <a:txBody>
                    <a:bodyPr/>
                    <a:lstStyle/>
                    <a:p>
                      <a:pPr algn="r" fontAlgn="b"/>
                      <a:r>
                        <a:rPr lang="en-GB" sz="900" b="0" i="0" u="none" strike="noStrike" dirty="0">
                          <a:solidFill>
                            <a:srgbClr val="000000"/>
                          </a:solidFill>
                          <a:effectLst/>
                          <a:latin typeface="Calibri" panose="020F0502020204030204" pitchFamily="34" charset="0"/>
                          <a:cs typeface="Calibri" panose="020F0502020204030204" pitchFamily="34" charset="0"/>
                        </a:rPr>
                        <a:t>20,000</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a:noFill/>
                    </a:lnB>
                    <a:solidFill>
                      <a:srgbClr val="FFFFFF"/>
                    </a:solidFill>
                  </a:tcPr>
                </a:tc>
                <a:tc>
                  <a:txBody>
                    <a:bodyPr/>
                    <a:lstStyle/>
                    <a:p>
                      <a:pPr algn="r" fontAlgn="b"/>
                      <a:r>
                        <a:rPr lang="en-GB" sz="900" b="0" i="0" u="none" strike="noStrike" dirty="0">
                          <a:solidFill>
                            <a:srgbClr val="000000"/>
                          </a:solidFill>
                          <a:effectLst/>
                          <a:latin typeface="Calibri" panose="020F0502020204030204" pitchFamily="34" charset="0"/>
                          <a:cs typeface="Calibri" panose="020F0502020204030204" pitchFamily="34" charset="0"/>
                        </a:rPr>
                        <a:t>30,000</a:t>
                      </a:r>
                    </a:p>
                  </a:txBody>
                  <a:tcPr marL="9525" marR="9525" marT="95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FFFFFF"/>
                    </a:solidFill>
                  </a:tcPr>
                </a:tc>
                <a:tc>
                  <a:txBody>
                    <a:bodyPr/>
                    <a:lstStyle/>
                    <a:p>
                      <a:pPr algn="r" fontAlgn="b"/>
                      <a:r>
                        <a:rPr lang="en-GB" sz="900" b="0" i="1" u="none" strike="noStrike" dirty="0">
                          <a:solidFill>
                            <a:srgbClr val="000000"/>
                          </a:solidFill>
                          <a:effectLst/>
                          <a:latin typeface="Calibri" panose="020F0502020204030204" pitchFamily="34" charset="0"/>
                          <a:cs typeface="Calibri" panose="020F0502020204030204" pitchFamily="34" charset="0"/>
                        </a:rPr>
                        <a:t>33.3%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a:noFill/>
                    </a:lnB>
                    <a:solidFill>
                      <a:srgbClr val="DFE7F2"/>
                    </a:solidFill>
                  </a:tcPr>
                </a:tc>
                <a:extLst>
                  <a:ext uri="{0D108BD9-81ED-4DB2-BD59-A6C34878D82A}">
                    <a16:rowId xmlns:a16="http://schemas.microsoft.com/office/drawing/2014/main" val="10003"/>
                  </a:ext>
                </a:extLst>
              </a:tr>
              <a:tr h="152400">
                <a:tc>
                  <a:txBody>
                    <a:bodyPr/>
                    <a:lstStyle/>
                    <a:p>
                      <a:pPr algn="l" fontAlgn="b"/>
                      <a:r>
                        <a:rPr lang="en-GB" sz="900" b="0" i="0" u="none" strike="noStrike">
                          <a:solidFill>
                            <a:srgbClr val="000000"/>
                          </a:solidFill>
                          <a:effectLst/>
                          <a:latin typeface="Calibri" panose="020F0502020204030204" pitchFamily="34" charset="0"/>
                          <a:cs typeface="Calibri" panose="020F0502020204030204" pitchFamily="34" charset="0"/>
                        </a:rPr>
                        <a:t>Company B</a:t>
                      </a:r>
                    </a:p>
                  </a:txBody>
                  <a:tcPr marL="9525" marR="9525" marT="9525" marB="0" anchor="b">
                    <a:lnL>
                      <a:noFill/>
                    </a:lnL>
                    <a:lnR w="635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r" fontAlgn="b"/>
                      <a:r>
                        <a:rPr lang="en-GB" sz="900" b="0" i="0" u="none" strike="noStrike" dirty="0">
                          <a:solidFill>
                            <a:srgbClr val="000000"/>
                          </a:solidFill>
                          <a:effectLst/>
                          <a:latin typeface="Calibri" panose="020F0502020204030204" pitchFamily="34" charset="0"/>
                          <a:cs typeface="Calibri" panose="020F0502020204030204" pitchFamily="34" charset="0"/>
                        </a:rPr>
                        <a:t>30,000</a:t>
                      </a:r>
                    </a:p>
                  </a:txBody>
                  <a:tcPr marL="9525" marR="9525" marT="9525" marB="0" anchor="b">
                    <a:lnL w="6350" cap="flat" cmpd="sng" algn="ctr">
                      <a:solidFill>
                        <a:srgbClr val="FFFFFF"/>
                      </a:solidFill>
                      <a:prstDash val="solid"/>
                      <a:round/>
                      <a:headEnd type="none" w="med" len="med"/>
                      <a:tailEnd type="none" w="med" len="med"/>
                    </a:lnL>
                    <a:lnR>
                      <a:noFill/>
                    </a:lnR>
                    <a:lnT>
                      <a:noFill/>
                    </a:lnT>
                    <a:lnB>
                      <a:noFill/>
                    </a:lnB>
                    <a:solidFill>
                      <a:srgbClr val="FFFFFF"/>
                    </a:solidFill>
                  </a:tcPr>
                </a:tc>
                <a:tc>
                  <a:txBody>
                    <a:bodyPr/>
                    <a:lstStyle/>
                    <a:p>
                      <a:pPr algn="r" fontAlgn="b"/>
                      <a:r>
                        <a:rPr lang="en-GB" sz="900" b="0" i="0" u="none" strike="noStrike" dirty="0">
                          <a:solidFill>
                            <a:srgbClr val="000000"/>
                          </a:solidFill>
                          <a:effectLst/>
                          <a:latin typeface="Calibri" panose="020F0502020204030204" pitchFamily="34" charset="0"/>
                          <a:cs typeface="Calibri" panose="020F0502020204030204" pitchFamily="34" charset="0"/>
                        </a:rPr>
                        <a:t>20,000</a:t>
                      </a:r>
                    </a:p>
                  </a:txBody>
                  <a:tcPr marL="9525" marR="9525" marT="9525" marB="0" anchor="b">
                    <a:lnL>
                      <a:noFill/>
                    </a:lnL>
                    <a:lnR w="635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r" fontAlgn="b"/>
                      <a:r>
                        <a:rPr lang="en-GB" sz="900" b="0" i="1" u="none" strike="noStrike" dirty="0">
                          <a:solidFill>
                            <a:srgbClr val="000000"/>
                          </a:solidFill>
                          <a:effectLst/>
                          <a:latin typeface="Calibri" panose="020F0502020204030204" pitchFamily="34" charset="0"/>
                          <a:cs typeface="Calibri" panose="020F0502020204030204" pitchFamily="34" charset="0"/>
                        </a:rPr>
                        <a:t>-50.0%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DFE7F2"/>
                    </a:solidFill>
                  </a:tcPr>
                </a:tc>
                <a:extLst>
                  <a:ext uri="{0D108BD9-81ED-4DB2-BD59-A6C34878D82A}">
                    <a16:rowId xmlns:a16="http://schemas.microsoft.com/office/drawing/2014/main" val="10004"/>
                  </a:ext>
                </a:extLst>
              </a:tr>
              <a:tr h="152400">
                <a:tc>
                  <a:txBody>
                    <a:bodyPr/>
                    <a:lstStyle/>
                    <a:p>
                      <a:pPr algn="l" fontAlgn="b"/>
                      <a:r>
                        <a:rPr lang="en-GB" sz="900" b="0" i="0" u="none" strike="noStrike">
                          <a:solidFill>
                            <a:srgbClr val="000000"/>
                          </a:solidFill>
                          <a:effectLst/>
                          <a:latin typeface="Calibri" panose="020F0502020204030204" pitchFamily="34" charset="0"/>
                          <a:cs typeface="Calibri" panose="020F0502020204030204" pitchFamily="34" charset="0"/>
                        </a:rPr>
                        <a:t>Company C</a:t>
                      </a:r>
                    </a:p>
                  </a:txBody>
                  <a:tcPr marL="9525" marR="9525" marT="9525" marB="0" anchor="b">
                    <a:lnL>
                      <a:noFill/>
                    </a:lnL>
                    <a:lnR w="635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r" fontAlgn="b"/>
                      <a:r>
                        <a:rPr lang="en-GB" sz="900" b="0" i="0" u="none" strike="noStrike">
                          <a:solidFill>
                            <a:srgbClr val="000000"/>
                          </a:solidFill>
                          <a:effectLst/>
                          <a:latin typeface="Calibri" panose="020F0502020204030204" pitchFamily="34" charset="0"/>
                          <a:cs typeface="Calibri" panose="020F0502020204030204" pitchFamily="34" charset="0"/>
                        </a:rPr>
                        <a:t>(10,000)</a:t>
                      </a:r>
                    </a:p>
                  </a:txBody>
                  <a:tcPr marL="9525" marR="9525" marT="9525" marB="0" anchor="b">
                    <a:lnL w="6350" cap="flat" cmpd="sng" algn="ctr">
                      <a:solidFill>
                        <a:srgbClr val="FFFFFF"/>
                      </a:solidFill>
                      <a:prstDash val="solid"/>
                      <a:round/>
                      <a:headEnd type="none" w="med" len="med"/>
                      <a:tailEnd type="none" w="med" len="med"/>
                    </a:lnL>
                    <a:lnR>
                      <a:noFill/>
                    </a:lnR>
                    <a:lnT>
                      <a:noFill/>
                    </a:lnT>
                    <a:lnB>
                      <a:noFill/>
                    </a:lnB>
                    <a:solidFill>
                      <a:srgbClr val="FFFFFF"/>
                    </a:solidFill>
                  </a:tcPr>
                </a:tc>
                <a:tc>
                  <a:txBody>
                    <a:bodyPr/>
                    <a:lstStyle/>
                    <a:p>
                      <a:pPr algn="r" fontAlgn="b"/>
                      <a:r>
                        <a:rPr lang="en-GB" sz="900" b="0" i="0" u="none" strike="noStrike" dirty="0">
                          <a:solidFill>
                            <a:srgbClr val="000000"/>
                          </a:solidFill>
                          <a:effectLst/>
                          <a:latin typeface="Calibri" panose="020F0502020204030204" pitchFamily="34" charset="0"/>
                          <a:cs typeface="Calibri" panose="020F0502020204030204" pitchFamily="34" charset="0"/>
                        </a:rPr>
                        <a:t>15,000</a:t>
                      </a:r>
                    </a:p>
                  </a:txBody>
                  <a:tcPr marL="9525" marR="9525" marT="9525" marB="0" anchor="b">
                    <a:lnL>
                      <a:noFill/>
                    </a:lnL>
                    <a:lnR w="6350" cap="flat" cmpd="sng" algn="ctr">
                      <a:solidFill>
                        <a:srgbClr val="FFFFFF"/>
                      </a:solidFill>
                      <a:prstDash val="solid"/>
                      <a:round/>
                      <a:headEnd type="none" w="med" len="med"/>
                      <a:tailEnd type="none" w="med" len="med"/>
                    </a:lnR>
                    <a:lnT>
                      <a:noFill/>
                    </a:lnT>
                    <a:lnB>
                      <a:noFill/>
                    </a:lnB>
                    <a:solidFill>
                      <a:srgbClr val="FFFFFF"/>
                    </a:solidFill>
                  </a:tcPr>
                </a:tc>
                <a:tc>
                  <a:txBody>
                    <a:bodyPr/>
                    <a:lstStyle/>
                    <a:p>
                      <a:pPr algn="r" fontAlgn="b"/>
                      <a:r>
                        <a:rPr lang="en-GB" sz="900" b="0" i="1" u="none" strike="noStrike" dirty="0">
                          <a:solidFill>
                            <a:srgbClr val="000000"/>
                          </a:solidFill>
                          <a:effectLst/>
                          <a:latin typeface="Calibri" panose="020F0502020204030204" pitchFamily="34" charset="0"/>
                          <a:cs typeface="Calibri" panose="020F0502020204030204" pitchFamily="34" charset="0"/>
                        </a:rPr>
                        <a:t>166.7%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solidFill>
                      <a:srgbClr val="DFE7F2"/>
                    </a:solidFill>
                  </a:tcPr>
                </a:tc>
                <a:extLst>
                  <a:ext uri="{0D108BD9-81ED-4DB2-BD59-A6C34878D82A}">
                    <a16:rowId xmlns:a16="http://schemas.microsoft.com/office/drawing/2014/main" val="10005"/>
                  </a:ext>
                </a:extLst>
              </a:tr>
              <a:tr h="152400">
                <a:tc>
                  <a:txBody>
                    <a:bodyPr/>
                    <a:lstStyle/>
                    <a:p>
                      <a:pPr algn="l" fontAlgn="b"/>
                      <a:r>
                        <a:rPr lang="en-GB" sz="900" b="0" i="0" u="none" strike="noStrike">
                          <a:solidFill>
                            <a:srgbClr val="000000"/>
                          </a:solidFill>
                          <a:effectLst/>
                          <a:latin typeface="Calibri" panose="020F0502020204030204" pitchFamily="34" charset="0"/>
                          <a:cs typeface="Calibri" panose="020F0502020204030204" pitchFamily="34" charset="0"/>
                        </a:rPr>
                        <a:t>Company D</a:t>
                      </a:r>
                    </a:p>
                  </a:txBody>
                  <a:tcPr marL="9525" marR="9525" marT="9525" marB="0" anchor="b">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FFFFFF"/>
                    </a:solidFill>
                  </a:tcPr>
                </a:tc>
                <a:tc>
                  <a:txBody>
                    <a:bodyPr/>
                    <a:lstStyle/>
                    <a:p>
                      <a:pPr algn="r" fontAlgn="b"/>
                      <a:r>
                        <a:rPr lang="en-GB" sz="900" b="0" i="0" u="none" strike="noStrike">
                          <a:solidFill>
                            <a:srgbClr val="000000"/>
                          </a:solidFill>
                          <a:effectLst/>
                          <a:latin typeface="Calibri" panose="020F0502020204030204" pitchFamily="34" charset="0"/>
                          <a:cs typeface="Calibri" panose="020F0502020204030204" pitchFamily="34" charset="0"/>
                        </a:rPr>
                        <a:t>10,000</a:t>
                      </a:r>
                    </a:p>
                  </a:txBody>
                  <a:tcPr marL="9525" marR="9525" marT="9525" marB="0" anchor="b">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FFFFFF"/>
                    </a:solidFill>
                  </a:tcPr>
                </a:tc>
                <a:tc>
                  <a:txBody>
                    <a:bodyPr/>
                    <a:lstStyle/>
                    <a:p>
                      <a:pPr algn="r" fontAlgn="b"/>
                      <a:r>
                        <a:rPr lang="en-GB" sz="900" b="0" i="0" u="none" strike="noStrike" dirty="0">
                          <a:solidFill>
                            <a:srgbClr val="000000"/>
                          </a:solidFill>
                          <a:effectLst/>
                          <a:latin typeface="Calibri" panose="020F0502020204030204" pitchFamily="34" charset="0"/>
                          <a:cs typeface="Calibri" panose="020F0502020204030204" pitchFamily="34" charset="0"/>
                        </a:rPr>
                        <a:t>5,000</a:t>
                      </a:r>
                    </a:p>
                  </a:txBody>
                  <a:tcPr marL="9525" marR="9525" marT="9525" marB="0" anchor="b">
                    <a:lnL>
                      <a:noFill/>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FFFFFF"/>
                    </a:solidFill>
                  </a:tcPr>
                </a:tc>
                <a:tc>
                  <a:txBody>
                    <a:bodyPr/>
                    <a:lstStyle/>
                    <a:p>
                      <a:pPr algn="r" fontAlgn="b"/>
                      <a:r>
                        <a:rPr lang="en-GB" sz="900" b="0" i="1" u="none" strike="noStrike" dirty="0">
                          <a:solidFill>
                            <a:srgbClr val="000000"/>
                          </a:solidFill>
                          <a:effectLst/>
                          <a:latin typeface="Calibri" panose="020F0502020204030204" pitchFamily="34" charset="0"/>
                          <a:cs typeface="Calibri" panose="020F0502020204030204" pitchFamily="34" charset="0"/>
                        </a:rPr>
                        <a:t>-100.0%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w="6350" cap="flat" cmpd="sng" algn="ctr">
                      <a:solidFill>
                        <a:srgbClr val="FFFFFF"/>
                      </a:solidFill>
                      <a:prstDash val="solid"/>
                      <a:round/>
                      <a:headEnd type="none" w="med" len="med"/>
                      <a:tailEnd type="none" w="med" len="med"/>
                    </a:lnB>
                    <a:solidFill>
                      <a:srgbClr val="DFE7F2"/>
                    </a:solidFill>
                  </a:tcPr>
                </a:tc>
                <a:extLst>
                  <a:ext uri="{0D108BD9-81ED-4DB2-BD59-A6C34878D82A}">
                    <a16:rowId xmlns:a16="http://schemas.microsoft.com/office/drawing/2014/main" val="10006"/>
                  </a:ext>
                </a:extLst>
              </a:tr>
              <a:tr h="152400">
                <a:tc>
                  <a:txBody>
                    <a:bodyPr/>
                    <a:lstStyle/>
                    <a:p>
                      <a:pPr algn="l" fontAlgn="b"/>
                      <a:r>
                        <a:rPr lang="en-GB" sz="900" b="1" i="0" u="none" strike="noStrike" dirty="0">
                          <a:solidFill>
                            <a:srgbClr val="FFFFFF"/>
                          </a:solidFill>
                          <a:effectLst/>
                          <a:latin typeface="Calibri" panose="020F0502020204030204" pitchFamily="34" charset="0"/>
                          <a:cs typeface="Calibri" panose="020F0502020204030204" pitchFamily="34" charset="0"/>
                        </a:rPr>
                        <a:t>Total</a:t>
                      </a:r>
                    </a:p>
                  </a:txBody>
                  <a:tcPr marL="9525" marR="9525" marT="95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87D0F1"/>
                    </a:solidFill>
                  </a:tcPr>
                </a:tc>
                <a:tc>
                  <a:txBody>
                    <a:bodyPr/>
                    <a:lstStyle/>
                    <a:p>
                      <a:pPr algn="r" fontAlgn="b"/>
                      <a:r>
                        <a:rPr lang="en-GB" sz="900" b="1" i="0" u="none" strike="noStrike" dirty="0">
                          <a:solidFill>
                            <a:srgbClr val="FFFFFF"/>
                          </a:solidFill>
                          <a:effectLst/>
                          <a:latin typeface="Calibri" panose="020F0502020204030204" pitchFamily="34" charset="0"/>
                          <a:cs typeface="Calibri" panose="020F0502020204030204" pitchFamily="34" charset="0"/>
                        </a:rPr>
                        <a:t>50,000</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87D0F1"/>
                    </a:solidFill>
                  </a:tcPr>
                </a:tc>
                <a:tc>
                  <a:txBody>
                    <a:bodyPr/>
                    <a:lstStyle/>
                    <a:p>
                      <a:pPr algn="r" fontAlgn="b"/>
                      <a:r>
                        <a:rPr lang="en-GB" sz="900" b="1" i="0" u="none" strike="noStrike" dirty="0">
                          <a:solidFill>
                            <a:srgbClr val="FFFFFF"/>
                          </a:solidFill>
                          <a:effectLst/>
                          <a:latin typeface="Calibri" panose="020F0502020204030204" pitchFamily="34" charset="0"/>
                          <a:cs typeface="Calibri" panose="020F0502020204030204" pitchFamily="34" charset="0"/>
                        </a:rPr>
                        <a:t>70,000</a:t>
                      </a:r>
                    </a:p>
                  </a:txBody>
                  <a:tcPr marL="9525" marR="9525" marT="9525" marB="0" anchor="b">
                    <a:lnL>
                      <a:noFill/>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87D0F1"/>
                    </a:solidFill>
                  </a:tcPr>
                </a:tc>
                <a:tc>
                  <a:txBody>
                    <a:bodyPr/>
                    <a:lstStyle/>
                    <a:p>
                      <a:pPr algn="r" fontAlgn="b"/>
                      <a:r>
                        <a:rPr lang="en-GB" sz="900" b="1" i="1" u="none" strike="noStrike" dirty="0">
                          <a:solidFill>
                            <a:srgbClr val="FFFFFF"/>
                          </a:solidFill>
                          <a:effectLst/>
                          <a:latin typeface="Calibri" panose="020F0502020204030204" pitchFamily="34" charset="0"/>
                          <a:cs typeface="Calibri" panose="020F0502020204030204" pitchFamily="34" charset="0"/>
                        </a:rPr>
                        <a:t>28.6%</a:t>
                      </a:r>
                    </a:p>
                  </a:txBody>
                  <a:tcPr marL="9525" marR="9525" marT="9525" marB="0" anchor="b">
                    <a:lnL w="6350" cap="flat" cmpd="sng" algn="ctr">
                      <a:solidFill>
                        <a:srgbClr val="FFFFFF"/>
                      </a:solidFill>
                      <a:prstDash val="solid"/>
                      <a:round/>
                      <a:headEnd type="none" w="med" len="med"/>
                      <a:tailEnd type="none" w="med" len="med"/>
                    </a:lnL>
                    <a:lnR>
                      <a:noFill/>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87D0F1"/>
                    </a:solidFill>
                  </a:tcPr>
                </a:tc>
                <a:extLst>
                  <a:ext uri="{0D108BD9-81ED-4DB2-BD59-A6C34878D82A}">
                    <a16:rowId xmlns:a16="http://schemas.microsoft.com/office/drawing/2014/main" val="10007"/>
                  </a:ext>
                </a:extLst>
              </a:tr>
            </a:tbl>
          </a:graphicData>
        </a:graphic>
      </p:graphicFrame>
      <p:sp>
        <p:nvSpPr>
          <p:cNvPr id="57" name="Content Placeholder 38">
            <a:extLst>
              <a:ext uri="{FF2B5EF4-FFF2-40B4-BE49-F238E27FC236}">
                <a16:creationId xmlns:a16="http://schemas.microsoft.com/office/drawing/2014/main" id="{21AEC355-E5B2-47BE-95CE-411263D4D48A}"/>
              </a:ext>
            </a:extLst>
          </p:cNvPr>
          <p:cNvSpPr txBox="1">
            <a:spLocks/>
          </p:cNvSpPr>
          <p:nvPr/>
        </p:nvSpPr>
        <p:spPr>
          <a:xfrm>
            <a:off x="3221740" y="2775842"/>
            <a:ext cx="3655178" cy="936104"/>
          </a:xfrm>
          <a:prstGeom prst="rect">
            <a:avLst/>
          </a:prstGeom>
        </p:spPr>
        <p:txBody>
          <a:bodyPr vert="horz" lIns="0" tIns="0" rIns="0" bIns="0" rtlCol="0">
            <a:noAutofit/>
          </a:bodyPr>
          <a:lstStyle>
            <a:lvl1pPr marL="0" indent="0" algn="l" defTabSz="1024585" rtl="0" eaLnBrk="1" latinLnBrk="0" hangingPunct="1">
              <a:lnSpc>
                <a:spcPct val="100000"/>
              </a:lnSpc>
              <a:spcBef>
                <a:spcPts val="1200"/>
              </a:spcBef>
              <a:buFont typeface="Arial" panose="020B0604020202020204" pitchFamily="34" charset="0"/>
              <a:buNone/>
              <a:defRPr sz="1600" b="1" kern="1200">
                <a:solidFill>
                  <a:schemeClr val="tx1"/>
                </a:solidFill>
                <a:latin typeface="+mj-lt"/>
                <a:ea typeface="+mn-ea"/>
                <a:cs typeface="+mn-cs"/>
              </a:defRPr>
            </a:lvl1pPr>
            <a:lvl2pPr marL="0" indent="0" algn="l" defTabSz="1024585" rtl="0" eaLnBrk="1" latinLnBrk="0" hangingPunct="1">
              <a:lnSpc>
                <a:spcPct val="100000"/>
              </a:lnSpc>
              <a:spcBef>
                <a:spcPts val="600"/>
              </a:spcBef>
              <a:buFont typeface="Arial" panose="020B0604020202020204" pitchFamily="34" charset="0"/>
              <a:buNone/>
              <a:defRPr sz="1600" kern="1200">
                <a:solidFill>
                  <a:schemeClr val="tx1"/>
                </a:solidFill>
                <a:latin typeface="+mn-lt"/>
                <a:ea typeface="+mn-ea"/>
                <a:cs typeface="+mn-cs"/>
              </a:defRPr>
            </a:lvl2pPr>
            <a:lvl3pPr marL="180000" indent="-180000" algn="l" defTabSz="1024585" rtl="0" eaLnBrk="1" latinLnBrk="0" hangingPunct="1">
              <a:lnSpc>
                <a:spcPct val="10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360000" indent="-180000" algn="l" defTabSz="1024585" rtl="0" eaLnBrk="1" latinLnBrk="0" hangingPunct="1">
              <a:lnSpc>
                <a:spcPct val="100000"/>
              </a:lnSpc>
              <a:spcBef>
                <a:spcPts val="6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540000" indent="-180000" algn="l" defTabSz="1024585" rtl="0" eaLnBrk="1" latinLnBrk="0" hangingPunct="1">
              <a:lnSpc>
                <a:spcPct val="100000"/>
              </a:lnSpc>
              <a:spcBef>
                <a:spcPts val="6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80000" algn="l" defTabSz="1024585" rtl="0" eaLnBrk="1" latinLnBrk="0" hangingPunct="1">
              <a:lnSpc>
                <a:spcPct val="100000"/>
              </a:lnSpc>
              <a:spcBef>
                <a:spcPts val="600"/>
              </a:spcBef>
              <a:buClr>
                <a:schemeClr val="accent1"/>
              </a:buClr>
              <a:buFont typeface="Arial" panose="020B0604020202020204" pitchFamily="34" charset="0"/>
              <a:buChar char="–"/>
              <a:defRPr sz="1100" kern="1200" baseline="0">
                <a:solidFill>
                  <a:schemeClr val="tx1"/>
                </a:solidFill>
                <a:latin typeface="+mn-lt"/>
                <a:ea typeface="+mn-ea"/>
                <a:cs typeface="+mn-cs"/>
              </a:defRPr>
            </a:lvl6pPr>
            <a:lvl7pPr marL="0" indent="0" algn="l" defTabSz="1024585" rtl="0" eaLnBrk="1" latinLnBrk="0" hangingPunct="1">
              <a:lnSpc>
                <a:spcPct val="100000"/>
              </a:lnSpc>
              <a:spcBef>
                <a:spcPts val="1200"/>
              </a:spcBef>
              <a:buFont typeface="Arial" panose="020B0604020202020204" pitchFamily="34" charset="0"/>
              <a:buNone/>
              <a:defRPr sz="1600" b="1" kern="1200">
                <a:solidFill>
                  <a:schemeClr val="dk2"/>
                </a:solidFill>
                <a:latin typeface="+mj-lt"/>
                <a:ea typeface="+mn-ea"/>
                <a:cs typeface="+mn-cs"/>
              </a:defRPr>
            </a:lvl7pPr>
            <a:lvl8pPr marL="0" indent="0" algn="l" defTabSz="1024585" rtl="0" eaLnBrk="1" latinLnBrk="0" hangingPunct="1">
              <a:lnSpc>
                <a:spcPct val="100000"/>
              </a:lnSpc>
              <a:spcBef>
                <a:spcPts val="600"/>
              </a:spcBef>
              <a:buFont typeface="Arial" panose="020B0604020202020204" pitchFamily="34" charset="0"/>
              <a:buNone/>
              <a:defRPr sz="1000" b="1" i="1" kern="1200" baseline="0">
                <a:solidFill>
                  <a:schemeClr val="tx1"/>
                </a:solidFill>
                <a:latin typeface="+mj-lt"/>
                <a:ea typeface="+mn-ea"/>
                <a:cs typeface="+mn-cs"/>
              </a:defRPr>
            </a:lvl8pPr>
            <a:lvl9pPr marL="0" indent="0" algn="l" defTabSz="1024585" rtl="0" eaLnBrk="1" latinLnBrk="0" hangingPunct="1">
              <a:lnSpc>
                <a:spcPct val="100000"/>
              </a:lnSpc>
              <a:spcBef>
                <a:spcPts val="600"/>
              </a:spcBef>
              <a:buFont typeface="Arial" panose="020B0604020202020204" pitchFamily="34" charset="0"/>
              <a:buNone/>
              <a:defRPr sz="1000" b="0" i="1" u="none" kern="1200" baseline="0">
                <a:solidFill>
                  <a:schemeClr val="tx1"/>
                </a:solidFill>
                <a:latin typeface="+mn-lt"/>
                <a:ea typeface="+mn-ea"/>
                <a:cs typeface="+mn-cs"/>
              </a:defRPr>
            </a:lvl9pPr>
          </a:lstStyle>
          <a:p>
            <a:pPr>
              <a:spcBef>
                <a:spcPts val="0"/>
              </a:spcBef>
            </a:pPr>
            <a:r>
              <a:rPr lang="en-US" sz="1200" u="sng" dirty="0">
                <a:latin typeface="Calibri" panose="020F0502020204030204" pitchFamily="34" charset="0"/>
                <a:cs typeface="Calibri" panose="020F0502020204030204" pitchFamily="34" charset="0"/>
              </a:rPr>
              <a:t>Percentages</a:t>
            </a:r>
            <a:endParaRPr lang="en-GB" sz="1200" dirty="0">
              <a:latin typeface="Calibri" panose="020F0502020204030204" pitchFamily="34" charset="0"/>
              <a:cs typeface="Calibri" panose="020F0502020204030204" pitchFamily="34" charset="0"/>
            </a:endParaRPr>
          </a:p>
          <a:p>
            <a:pPr>
              <a:spcBef>
                <a:spcPts val="0"/>
              </a:spcBef>
            </a:pPr>
            <a:r>
              <a:rPr lang="en-US" sz="1200" b="0" dirty="0">
                <a:latin typeface="Calibri" panose="020F0502020204030204" pitchFamily="34" charset="0"/>
                <a:cs typeface="Calibri" panose="020F0502020204030204" pitchFamily="34" charset="0"/>
              </a:rPr>
              <a:t>Font: </a:t>
            </a:r>
            <a:r>
              <a:rPr lang="en-US" sz="1200" b="0" i="1" dirty="0">
                <a:latin typeface="Calibri" panose="020F0502020204030204" pitchFamily="34" charset="0"/>
                <a:cs typeface="Calibri" panose="020F0502020204030204" pitchFamily="34" charset="0"/>
              </a:rPr>
              <a:t>Calibri 9pts, Italics, 1 decimal point, black </a:t>
            </a:r>
            <a:endParaRPr lang="en-GB" sz="1200" b="0" dirty="0">
              <a:latin typeface="Calibri" panose="020F0502020204030204" pitchFamily="34" charset="0"/>
              <a:cs typeface="Calibri" panose="020F0502020204030204" pitchFamily="34" charset="0"/>
            </a:endParaRPr>
          </a:p>
          <a:p>
            <a:pPr>
              <a:spcBef>
                <a:spcPts val="0"/>
              </a:spcBef>
            </a:pPr>
            <a:r>
              <a:rPr lang="en-US" sz="1200" b="0" dirty="0">
                <a:latin typeface="Calibri" panose="020F0502020204030204" pitchFamily="34" charset="0"/>
                <a:cs typeface="Calibri" panose="020F0502020204030204" pitchFamily="34" charset="0"/>
              </a:rPr>
              <a:t>Alignment:</a:t>
            </a:r>
            <a:r>
              <a:rPr lang="en-US" sz="1200" b="0" i="1" dirty="0">
                <a:latin typeface="Calibri" panose="020F0502020204030204" pitchFamily="34" charset="0"/>
                <a:cs typeface="Calibri" panose="020F0502020204030204" pitchFamily="34" charset="0"/>
              </a:rPr>
              <a:t> Right</a:t>
            </a:r>
          </a:p>
          <a:p>
            <a:pPr>
              <a:spcBef>
                <a:spcPts val="0"/>
              </a:spcBef>
            </a:pPr>
            <a:r>
              <a:rPr lang="en-US" sz="1200" b="0" dirty="0">
                <a:latin typeface="Calibri" panose="020F0502020204030204" pitchFamily="34" charset="0"/>
                <a:cs typeface="Calibri" panose="020F0502020204030204" pitchFamily="34" charset="0"/>
              </a:rPr>
              <a:t>Negative Percentages: S</a:t>
            </a:r>
            <a:r>
              <a:rPr lang="en-US" sz="1200" b="0" i="1" dirty="0">
                <a:latin typeface="Calibri" panose="020F0502020204030204" pitchFamily="34" charset="0"/>
                <a:cs typeface="Calibri" panose="020F0502020204030204" pitchFamily="34" charset="0"/>
              </a:rPr>
              <a:t>hown with "-", not brackets</a:t>
            </a:r>
            <a:br>
              <a:rPr lang="en-US" sz="1200" b="0" u="sng" dirty="0">
                <a:latin typeface="Calibri" panose="020F0502020204030204" pitchFamily="34" charset="0"/>
                <a:cs typeface="Calibri" panose="020F0502020204030204" pitchFamily="34" charset="0"/>
              </a:rPr>
            </a:br>
            <a:endParaRPr lang="en-GB" sz="1200" b="0" dirty="0">
              <a:latin typeface="Calibri" panose="020F0502020204030204" pitchFamily="34" charset="0"/>
              <a:cs typeface="Calibri" panose="020F0502020204030204" pitchFamily="34" charset="0"/>
            </a:endParaRPr>
          </a:p>
          <a:p>
            <a:pPr>
              <a:spcBef>
                <a:spcPts val="0"/>
              </a:spcBef>
            </a:pPr>
            <a:r>
              <a:rPr lang="en-GB" b="0" dirty="0">
                <a:latin typeface="Calibri" panose="020F0502020204030204" pitchFamily="34" charset="0"/>
                <a:cs typeface="Calibri" panose="020F0502020204030204" pitchFamily="34" charset="0"/>
              </a:rPr>
              <a:t> </a:t>
            </a:r>
          </a:p>
          <a:p>
            <a:endParaRPr lang="en-GB"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p:txBody>
      </p:sp>
      <p:sp>
        <p:nvSpPr>
          <p:cNvPr id="58" name="Content Placeholder 38">
            <a:extLst>
              <a:ext uri="{FF2B5EF4-FFF2-40B4-BE49-F238E27FC236}">
                <a16:creationId xmlns:a16="http://schemas.microsoft.com/office/drawing/2014/main" id="{48BFFD8E-25AF-4D02-A6B7-0C39186692EA}"/>
              </a:ext>
            </a:extLst>
          </p:cNvPr>
          <p:cNvSpPr txBox="1">
            <a:spLocks/>
          </p:cNvSpPr>
          <p:nvPr/>
        </p:nvSpPr>
        <p:spPr>
          <a:xfrm>
            <a:off x="6564234" y="2775842"/>
            <a:ext cx="2579766" cy="936104"/>
          </a:xfrm>
          <a:prstGeom prst="rect">
            <a:avLst/>
          </a:prstGeom>
        </p:spPr>
        <p:txBody>
          <a:bodyPr vert="horz" lIns="0" tIns="0" rIns="0" bIns="0" rtlCol="0">
            <a:noAutofit/>
          </a:bodyPr>
          <a:lstStyle>
            <a:lvl1pPr marL="0" indent="0" algn="l" defTabSz="1024585" rtl="0" eaLnBrk="1" latinLnBrk="0" hangingPunct="1">
              <a:lnSpc>
                <a:spcPct val="100000"/>
              </a:lnSpc>
              <a:spcBef>
                <a:spcPts val="1200"/>
              </a:spcBef>
              <a:buFont typeface="Arial" panose="020B0604020202020204" pitchFamily="34" charset="0"/>
              <a:buNone/>
              <a:defRPr sz="1600" b="1" kern="1200">
                <a:solidFill>
                  <a:schemeClr val="tx1"/>
                </a:solidFill>
                <a:latin typeface="+mj-lt"/>
                <a:ea typeface="+mn-ea"/>
                <a:cs typeface="+mn-cs"/>
              </a:defRPr>
            </a:lvl1pPr>
            <a:lvl2pPr marL="0" indent="0" algn="l" defTabSz="1024585" rtl="0" eaLnBrk="1" latinLnBrk="0" hangingPunct="1">
              <a:lnSpc>
                <a:spcPct val="100000"/>
              </a:lnSpc>
              <a:spcBef>
                <a:spcPts val="600"/>
              </a:spcBef>
              <a:buFont typeface="Arial" panose="020B0604020202020204" pitchFamily="34" charset="0"/>
              <a:buNone/>
              <a:defRPr sz="1600" kern="1200">
                <a:solidFill>
                  <a:schemeClr val="tx1"/>
                </a:solidFill>
                <a:latin typeface="+mn-lt"/>
                <a:ea typeface="+mn-ea"/>
                <a:cs typeface="+mn-cs"/>
              </a:defRPr>
            </a:lvl2pPr>
            <a:lvl3pPr marL="180000" indent="-180000" algn="l" defTabSz="1024585" rtl="0" eaLnBrk="1" latinLnBrk="0" hangingPunct="1">
              <a:lnSpc>
                <a:spcPct val="10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360000" indent="-180000" algn="l" defTabSz="1024585" rtl="0" eaLnBrk="1" latinLnBrk="0" hangingPunct="1">
              <a:lnSpc>
                <a:spcPct val="100000"/>
              </a:lnSpc>
              <a:spcBef>
                <a:spcPts val="6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540000" indent="-180000" algn="l" defTabSz="1024585" rtl="0" eaLnBrk="1" latinLnBrk="0" hangingPunct="1">
              <a:lnSpc>
                <a:spcPct val="100000"/>
              </a:lnSpc>
              <a:spcBef>
                <a:spcPts val="6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80000" algn="l" defTabSz="1024585" rtl="0" eaLnBrk="1" latinLnBrk="0" hangingPunct="1">
              <a:lnSpc>
                <a:spcPct val="100000"/>
              </a:lnSpc>
              <a:spcBef>
                <a:spcPts val="600"/>
              </a:spcBef>
              <a:buClr>
                <a:schemeClr val="accent1"/>
              </a:buClr>
              <a:buFont typeface="Arial" panose="020B0604020202020204" pitchFamily="34" charset="0"/>
              <a:buChar char="–"/>
              <a:defRPr sz="1100" kern="1200" baseline="0">
                <a:solidFill>
                  <a:schemeClr val="tx1"/>
                </a:solidFill>
                <a:latin typeface="+mn-lt"/>
                <a:ea typeface="+mn-ea"/>
                <a:cs typeface="+mn-cs"/>
              </a:defRPr>
            </a:lvl6pPr>
            <a:lvl7pPr marL="0" indent="0" algn="l" defTabSz="1024585" rtl="0" eaLnBrk="1" latinLnBrk="0" hangingPunct="1">
              <a:lnSpc>
                <a:spcPct val="100000"/>
              </a:lnSpc>
              <a:spcBef>
                <a:spcPts val="1200"/>
              </a:spcBef>
              <a:buFont typeface="Arial" panose="020B0604020202020204" pitchFamily="34" charset="0"/>
              <a:buNone/>
              <a:defRPr sz="1600" b="1" kern="1200">
                <a:solidFill>
                  <a:schemeClr val="dk2"/>
                </a:solidFill>
                <a:latin typeface="+mj-lt"/>
                <a:ea typeface="+mn-ea"/>
                <a:cs typeface="+mn-cs"/>
              </a:defRPr>
            </a:lvl7pPr>
            <a:lvl8pPr marL="0" indent="0" algn="l" defTabSz="1024585" rtl="0" eaLnBrk="1" latinLnBrk="0" hangingPunct="1">
              <a:lnSpc>
                <a:spcPct val="100000"/>
              </a:lnSpc>
              <a:spcBef>
                <a:spcPts val="600"/>
              </a:spcBef>
              <a:buFont typeface="Arial" panose="020B0604020202020204" pitchFamily="34" charset="0"/>
              <a:buNone/>
              <a:defRPr sz="1000" b="1" i="1" kern="1200" baseline="0">
                <a:solidFill>
                  <a:schemeClr val="tx1"/>
                </a:solidFill>
                <a:latin typeface="+mj-lt"/>
                <a:ea typeface="+mn-ea"/>
                <a:cs typeface="+mn-cs"/>
              </a:defRPr>
            </a:lvl8pPr>
            <a:lvl9pPr marL="0" indent="0" algn="l" defTabSz="1024585" rtl="0" eaLnBrk="1" latinLnBrk="0" hangingPunct="1">
              <a:lnSpc>
                <a:spcPct val="100000"/>
              </a:lnSpc>
              <a:spcBef>
                <a:spcPts val="600"/>
              </a:spcBef>
              <a:buFont typeface="Arial" panose="020B0604020202020204" pitchFamily="34" charset="0"/>
              <a:buNone/>
              <a:defRPr sz="1000" b="0" i="1" u="none" kern="1200" baseline="0">
                <a:solidFill>
                  <a:schemeClr val="tx1"/>
                </a:solidFill>
                <a:latin typeface="+mn-lt"/>
                <a:ea typeface="+mn-ea"/>
                <a:cs typeface="+mn-cs"/>
              </a:defRPr>
            </a:lvl9pPr>
          </a:lstStyle>
          <a:p>
            <a:pPr>
              <a:spcBef>
                <a:spcPts val="0"/>
              </a:spcBef>
            </a:pPr>
            <a:r>
              <a:rPr lang="en-GB" sz="1200" u="sng" dirty="0">
                <a:latin typeface="Calibri" panose="020F0502020204030204" pitchFamily="34" charset="0"/>
                <a:cs typeface="Calibri" panose="020F0502020204030204" pitchFamily="34" charset="0"/>
              </a:rPr>
              <a:t>Text</a:t>
            </a:r>
            <a:endParaRPr lang="en-GB" sz="1200" dirty="0">
              <a:latin typeface="Calibri" panose="020F0502020204030204" pitchFamily="34" charset="0"/>
              <a:cs typeface="Calibri" panose="020F0502020204030204" pitchFamily="34" charset="0"/>
            </a:endParaRPr>
          </a:p>
          <a:p>
            <a:pPr>
              <a:spcBef>
                <a:spcPts val="0"/>
              </a:spcBef>
            </a:pPr>
            <a:r>
              <a:rPr lang="en-US" sz="1200" b="0" dirty="0">
                <a:latin typeface="Calibri" panose="020F0502020204030204" pitchFamily="34" charset="0"/>
                <a:cs typeface="Calibri" panose="020F0502020204030204" pitchFamily="34" charset="0"/>
              </a:rPr>
              <a:t>Font: </a:t>
            </a:r>
            <a:r>
              <a:rPr lang="en-US" sz="1200" b="0" i="1" dirty="0">
                <a:latin typeface="Calibri" panose="020F0502020204030204" pitchFamily="34" charset="0"/>
                <a:cs typeface="Calibri" panose="020F0502020204030204" pitchFamily="34" charset="0"/>
              </a:rPr>
              <a:t>Calibri 9pts</a:t>
            </a:r>
          </a:p>
          <a:p>
            <a:pPr>
              <a:spcBef>
                <a:spcPts val="0"/>
              </a:spcBef>
            </a:pPr>
            <a:r>
              <a:rPr lang="en-US" sz="1200" b="0" dirty="0">
                <a:latin typeface="Calibri" panose="020F0502020204030204" pitchFamily="34" charset="0"/>
                <a:cs typeface="Calibri" panose="020F0502020204030204" pitchFamily="34" charset="0"/>
              </a:rPr>
              <a:t>Alignment:</a:t>
            </a:r>
            <a:r>
              <a:rPr lang="en-US" sz="1200" b="0" i="1" dirty="0">
                <a:latin typeface="Calibri" panose="020F0502020204030204" pitchFamily="34" charset="0"/>
                <a:cs typeface="Calibri" panose="020F0502020204030204" pitchFamily="34" charset="0"/>
              </a:rPr>
              <a:t> Left and bottom aligned</a:t>
            </a:r>
            <a:br>
              <a:rPr lang="en-US" sz="1200" b="0" i="1" dirty="0">
                <a:latin typeface="Calibri" panose="020F0502020204030204" pitchFamily="34" charset="0"/>
                <a:cs typeface="Calibri" panose="020F0502020204030204" pitchFamily="34" charset="0"/>
              </a:rPr>
            </a:br>
            <a:r>
              <a:rPr lang="en-US" sz="1200" b="0" dirty="0">
                <a:latin typeface="Calibri" panose="020F0502020204030204" pitchFamily="34" charset="0"/>
                <a:cs typeface="Calibri" panose="020F0502020204030204" pitchFamily="34" charset="0"/>
              </a:rPr>
              <a:t>Notes beneath the table should be font size 7</a:t>
            </a:r>
            <a:br>
              <a:rPr lang="en-US" sz="1200" b="0" u="sng" dirty="0">
                <a:latin typeface="Calibri" panose="020F0502020204030204" pitchFamily="34" charset="0"/>
                <a:cs typeface="Calibri" panose="020F0502020204030204" pitchFamily="34" charset="0"/>
              </a:rPr>
            </a:br>
            <a:endParaRPr lang="en-GB" sz="1200" b="0" dirty="0">
              <a:latin typeface="Calibri" panose="020F0502020204030204" pitchFamily="34" charset="0"/>
              <a:cs typeface="Calibri" panose="020F0502020204030204" pitchFamily="34" charset="0"/>
            </a:endParaRPr>
          </a:p>
          <a:p>
            <a:pPr>
              <a:spcBef>
                <a:spcPts val="0"/>
              </a:spcBef>
            </a:pPr>
            <a:r>
              <a:rPr lang="en-GB" b="0" dirty="0">
                <a:latin typeface="Calibri" panose="020F0502020204030204" pitchFamily="34" charset="0"/>
                <a:cs typeface="Calibri" panose="020F0502020204030204" pitchFamily="34" charset="0"/>
              </a:rPr>
              <a:t> </a:t>
            </a:r>
          </a:p>
          <a:p>
            <a:endParaRPr lang="en-GB"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p:txBody>
      </p:sp>
      <p:sp>
        <p:nvSpPr>
          <p:cNvPr id="59" name="Content Placeholder 38">
            <a:extLst>
              <a:ext uri="{FF2B5EF4-FFF2-40B4-BE49-F238E27FC236}">
                <a16:creationId xmlns:a16="http://schemas.microsoft.com/office/drawing/2014/main" id="{1FF52B4F-F9B8-48BD-B836-7CEC0254EF9C}"/>
              </a:ext>
            </a:extLst>
          </p:cNvPr>
          <p:cNvSpPr txBox="1">
            <a:spLocks/>
          </p:cNvSpPr>
          <p:nvPr/>
        </p:nvSpPr>
        <p:spPr>
          <a:xfrm>
            <a:off x="257897" y="2482826"/>
            <a:ext cx="1354705" cy="88924"/>
          </a:xfrm>
          <a:prstGeom prst="rect">
            <a:avLst/>
          </a:prstGeom>
        </p:spPr>
        <p:txBody>
          <a:bodyPr vert="horz" lIns="0" tIns="0" rIns="0" bIns="0" rtlCol="0">
            <a:noAutofit/>
          </a:bodyPr>
          <a:lstStyle>
            <a:lvl1pPr marL="0" indent="0" algn="l" defTabSz="1024585" rtl="0" eaLnBrk="1" latinLnBrk="0" hangingPunct="1">
              <a:lnSpc>
                <a:spcPct val="100000"/>
              </a:lnSpc>
              <a:spcBef>
                <a:spcPts val="1200"/>
              </a:spcBef>
              <a:buFont typeface="Arial" panose="020B0604020202020204" pitchFamily="34" charset="0"/>
              <a:buNone/>
              <a:defRPr sz="1600" b="1" kern="1200">
                <a:solidFill>
                  <a:schemeClr val="tx1"/>
                </a:solidFill>
                <a:latin typeface="+mj-lt"/>
                <a:ea typeface="+mn-ea"/>
                <a:cs typeface="+mn-cs"/>
              </a:defRPr>
            </a:lvl1pPr>
            <a:lvl2pPr marL="0" indent="0" algn="l" defTabSz="1024585" rtl="0" eaLnBrk="1" latinLnBrk="0" hangingPunct="1">
              <a:lnSpc>
                <a:spcPct val="100000"/>
              </a:lnSpc>
              <a:spcBef>
                <a:spcPts val="600"/>
              </a:spcBef>
              <a:buFont typeface="Arial" panose="020B0604020202020204" pitchFamily="34" charset="0"/>
              <a:buNone/>
              <a:defRPr sz="1600" kern="1200">
                <a:solidFill>
                  <a:schemeClr val="tx1"/>
                </a:solidFill>
                <a:latin typeface="+mn-lt"/>
                <a:ea typeface="+mn-ea"/>
                <a:cs typeface="+mn-cs"/>
              </a:defRPr>
            </a:lvl2pPr>
            <a:lvl3pPr marL="180000" indent="-180000" algn="l" defTabSz="1024585" rtl="0" eaLnBrk="1" latinLnBrk="0" hangingPunct="1">
              <a:lnSpc>
                <a:spcPct val="100000"/>
              </a:lnSpc>
              <a:spcBef>
                <a:spcPts val="6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360000" indent="-180000" algn="l" defTabSz="1024585" rtl="0" eaLnBrk="1" latinLnBrk="0" hangingPunct="1">
              <a:lnSpc>
                <a:spcPct val="100000"/>
              </a:lnSpc>
              <a:spcBef>
                <a:spcPts val="6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540000" indent="-180000" algn="l" defTabSz="1024585" rtl="0" eaLnBrk="1" latinLnBrk="0" hangingPunct="1">
              <a:lnSpc>
                <a:spcPct val="100000"/>
              </a:lnSpc>
              <a:spcBef>
                <a:spcPts val="6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720000" indent="-180000" algn="l" defTabSz="1024585" rtl="0" eaLnBrk="1" latinLnBrk="0" hangingPunct="1">
              <a:lnSpc>
                <a:spcPct val="100000"/>
              </a:lnSpc>
              <a:spcBef>
                <a:spcPts val="600"/>
              </a:spcBef>
              <a:buClr>
                <a:schemeClr val="accent1"/>
              </a:buClr>
              <a:buFont typeface="Arial" panose="020B0604020202020204" pitchFamily="34" charset="0"/>
              <a:buChar char="–"/>
              <a:defRPr sz="1100" kern="1200" baseline="0">
                <a:solidFill>
                  <a:schemeClr val="tx1"/>
                </a:solidFill>
                <a:latin typeface="+mn-lt"/>
                <a:ea typeface="+mn-ea"/>
                <a:cs typeface="+mn-cs"/>
              </a:defRPr>
            </a:lvl6pPr>
            <a:lvl7pPr marL="0" indent="0" algn="l" defTabSz="1024585" rtl="0" eaLnBrk="1" latinLnBrk="0" hangingPunct="1">
              <a:lnSpc>
                <a:spcPct val="100000"/>
              </a:lnSpc>
              <a:spcBef>
                <a:spcPts val="1200"/>
              </a:spcBef>
              <a:buFont typeface="Arial" panose="020B0604020202020204" pitchFamily="34" charset="0"/>
              <a:buNone/>
              <a:defRPr sz="1600" b="1" kern="1200">
                <a:solidFill>
                  <a:schemeClr val="dk2"/>
                </a:solidFill>
                <a:latin typeface="+mj-lt"/>
                <a:ea typeface="+mn-ea"/>
                <a:cs typeface="+mn-cs"/>
              </a:defRPr>
            </a:lvl7pPr>
            <a:lvl8pPr marL="0" indent="0" algn="l" defTabSz="1024585" rtl="0" eaLnBrk="1" latinLnBrk="0" hangingPunct="1">
              <a:lnSpc>
                <a:spcPct val="100000"/>
              </a:lnSpc>
              <a:spcBef>
                <a:spcPts val="600"/>
              </a:spcBef>
              <a:buFont typeface="Arial" panose="020B0604020202020204" pitchFamily="34" charset="0"/>
              <a:buNone/>
              <a:defRPr sz="1000" b="1" i="1" kern="1200" baseline="0">
                <a:solidFill>
                  <a:schemeClr val="tx1"/>
                </a:solidFill>
                <a:latin typeface="+mj-lt"/>
                <a:ea typeface="+mn-ea"/>
                <a:cs typeface="+mn-cs"/>
              </a:defRPr>
            </a:lvl8pPr>
            <a:lvl9pPr marL="0" indent="0" algn="l" defTabSz="1024585" rtl="0" eaLnBrk="1" latinLnBrk="0" hangingPunct="1">
              <a:lnSpc>
                <a:spcPct val="100000"/>
              </a:lnSpc>
              <a:spcBef>
                <a:spcPts val="600"/>
              </a:spcBef>
              <a:buFont typeface="Arial" panose="020B0604020202020204" pitchFamily="34" charset="0"/>
              <a:buNone/>
              <a:defRPr sz="1000" b="0" i="1" u="none" kern="1200" baseline="0">
                <a:solidFill>
                  <a:schemeClr val="tx1"/>
                </a:solidFill>
                <a:latin typeface="+mn-lt"/>
                <a:ea typeface="+mn-ea"/>
                <a:cs typeface="+mn-cs"/>
              </a:defRPr>
            </a:lvl9pPr>
          </a:lstStyle>
          <a:p>
            <a:pPr>
              <a:spcBef>
                <a:spcPts val="0"/>
              </a:spcBef>
            </a:pPr>
            <a:r>
              <a:rPr lang="en-GB" sz="700" b="0" i="1" dirty="0">
                <a:latin typeface="Calibri" panose="020F0502020204030204" pitchFamily="34" charset="0"/>
                <a:cs typeface="Calibri" panose="020F0502020204030204" pitchFamily="34" charset="0"/>
              </a:rPr>
              <a:t>Note: XYZ calculated from ABC</a:t>
            </a:r>
          </a:p>
          <a:p>
            <a:pPr>
              <a:spcBef>
                <a:spcPts val="0"/>
              </a:spcBef>
            </a:pPr>
            <a:r>
              <a:rPr lang="en-GB" b="0" dirty="0">
                <a:latin typeface="Calibri" panose="020F0502020204030204" pitchFamily="34" charset="0"/>
                <a:cs typeface="Calibri" panose="020F0502020204030204" pitchFamily="34" charset="0"/>
              </a:rPr>
              <a:t> </a:t>
            </a:r>
          </a:p>
          <a:p>
            <a:endParaRPr lang="en-GB" dirty="0">
              <a:latin typeface="Calibri" panose="020F0502020204030204" pitchFamily="34" charset="0"/>
              <a:cs typeface="Calibri" panose="020F0502020204030204" pitchFamily="34" charset="0"/>
            </a:endParaRPr>
          </a:p>
          <a:p>
            <a:endParaRPr lang="en-GB" dirty="0">
              <a:latin typeface="Calibri" panose="020F0502020204030204" pitchFamily="34" charset="0"/>
              <a:cs typeface="Calibri" panose="020F0502020204030204" pitchFamily="34" charset="0"/>
            </a:endParaRPr>
          </a:p>
        </p:txBody>
      </p:sp>
      <p:graphicFrame>
        <p:nvGraphicFramePr>
          <p:cNvPr id="6" name="Table 5">
            <a:extLst>
              <a:ext uri="{FF2B5EF4-FFF2-40B4-BE49-F238E27FC236}">
                <a16:creationId xmlns:a16="http://schemas.microsoft.com/office/drawing/2014/main" id="{3402C6E0-CEA9-483C-9411-7015282C6D98}"/>
              </a:ext>
            </a:extLst>
          </p:cNvPr>
          <p:cNvGraphicFramePr>
            <a:graphicFrameLocks noGrp="1"/>
          </p:cNvGraphicFramePr>
          <p:nvPr>
            <p:extLst>
              <p:ext uri="{D42A27DB-BD31-4B8C-83A1-F6EECF244321}">
                <p14:modId xmlns:p14="http://schemas.microsoft.com/office/powerpoint/2010/main" val="3421276813"/>
              </p:ext>
            </p:extLst>
          </p:nvPr>
        </p:nvGraphicFramePr>
        <p:xfrm>
          <a:off x="228184" y="2683554"/>
          <a:ext cx="2857501" cy="1981200"/>
        </p:xfrm>
        <a:graphic>
          <a:graphicData uri="http://schemas.openxmlformats.org/drawingml/2006/table">
            <a:tbl>
              <a:tblPr/>
              <a:tblGrid>
                <a:gridCol w="787949">
                  <a:extLst>
                    <a:ext uri="{9D8B030D-6E8A-4147-A177-3AD203B41FA5}">
                      <a16:colId xmlns:a16="http://schemas.microsoft.com/office/drawing/2014/main" val="2994725059"/>
                    </a:ext>
                  </a:extLst>
                </a:gridCol>
                <a:gridCol w="63289">
                  <a:extLst>
                    <a:ext uri="{9D8B030D-6E8A-4147-A177-3AD203B41FA5}">
                      <a16:colId xmlns:a16="http://schemas.microsoft.com/office/drawing/2014/main" val="4147361826"/>
                    </a:ext>
                  </a:extLst>
                </a:gridCol>
                <a:gridCol w="636055">
                  <a:extLst>
                    <a:ext uri="{9D8B030D-6E8A-4147-A177-3AD203B41FA5}">
                      <a16:colId xmlns:a16="http://schemas.microsoft.com/office/drawing/2014/main" val="295680936"/>
                    </a:ext>
                  </a:extLst>
                </a:gridCol>
                <a:gridCol w="63289">
                  <a:extLst>
                    <a:ext uri="{9D8B030D-6E8A-4147-A177-3AD203B41FA5}">
                      <a16:colId xmlns:a16="http://schemas.microsoft.com/office/drawing/2014/main" val="3105562794"/>
                    </a:ext>
                  </a:extLst>
                </a:gridCol>
                <a:gridCol w="636055">
                  <a:extLst>
                    <a:ext uri="{9D8B030D-6E8A-4147-A177-3AD203B41FA5}">
                      <a16:colId xmlns:a16="http://schemas.microsoft.com/office/drawing/2014/main" val="1459613051"/>
                    </a:ext>
                  </a:extLst>
                </a:gridCol>
                <a:gridCol w="63289">
                  <a:extLst>
                    <a:ext uri="{9D8B030D-6E8A-4147-A177-3AD203B41FA5}">
                      <a16:colId xmlns:a16="http://schemas.microsoft.com/office/drawing/2014/main" val="2338303487"/>
                    </a:ext>
                  </a:extLst>
                </a:gridCol>
                <a:gridCol w="607575">
                  <a:extLst>
                    <a:ext uri="{9D8B030D-6E8A-4147-A177-3AD203B41FA5}">
                      <a16:colId xmlns:a16="http://schemas.microsoft.com/office/drawing/2014/main" val="3119253091"/>
                    </a:ext>
                  </a:extLst>
                </a:gridCol>
              </a:tblGrid>
              <a:tr h="152400">
                <a:tc>
                  <a:txBody>
                    <a:bodyPr/>
                    <a:lstStyle/>
                    <a:p>
                      <a:pPr algn="ctr" fontAlgn="b"/>
                      <a:r>
                        <a:rPr lang="en-GB" sz="900" b="1" i="0" u="none" strike="noStrike">
                          <a:solidFill>
                            <a:srgbClr val="000000"/>
                          </a:solidFill>
                          <a:effectLst/>
                          <a:latin typeface="Calibri" panose="020F0502020204030204" pitchFamily="34" charset="0"/>
                        </a:rPr>
                        <a:t>ASL Group</a:t>
                      </a:r>
                    </a:p>
                  </a:txBody>
                  <a:tcPr marL="9525" marR="9525" marT="9525" marB="0" anchor="b">
                    <a:lnL>
                      <a:noFill/>
                    </a:lnL>
                    <a:lnR>
                      <a:noFill/>
                    </a:lnR>
                    <a:lnT>
                      <a:noFill/>
                    </a:lnT>
                    <a:lnB w="6350" cap="flat" cmpd="sng" algn="ctr">
                      <a:solidFill>
                        <a:srgbClr val="FFFFFF"/>
                      </a:solidFill>
                      <a:prstDash val="solid"/>
                      <a:round/>
                      <a:headEnd type="none" w="med" len="med"/>
                      <a:tailEnd type="none" w="med" len="med"/>
                    </a:lnB>
                  </a:tcPr>
                </a:tc>
                <a:tc>
                  <a:txBody>
                    <a:bodyPr/>
                    <a:lstStyle/>
                    <a:p>
                      <a:pPr algn="l" fontAlgn="b"/>
                      <a:endParaRPr lang="en-GB" sz="900" b="1"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ctr" fontAlgn="b"/>
                      <a:r>
                        <a:rPr lang="en-GB" sz="900" b="1" i="0" u="none" strike="noStrike">
                          <a:solidFill>
                            <a:srgbClr val="000000"/>
                          </a:solidFill>
                          <a:effectLst/>
                          <a:latin typeface="Calibri" panose="020F0502020204030204" pitchFamily="34" charset="0"/>
                        </a:rPr>
                        <a:t>Safair</a:t>
                      </a:r>
                    </a:p>
                  </a:txBody>
                  <a:tcPr marL="9525" marR="9525" marT="9525" marB="0" anchor="b">
                    <a:lnL>
                      <a:noFill/>
                    </a:lnL>
                    <a:lnR>
                      <a:noFill/>
                    </a:lnR>
                    <a:lnT>
                      <a:noFill/>
                    </a:lnT>
                    <a:lnB w="6350" cap="flat" cmpd="sng" algn="ctr">
                      <a:solidFill>
                        <a:srgbClr val="FFFFFF"/>
                      </a:solidFill>
                      <a:prstDash val="solid"/>
                      <a:round/>
                      <a:headEnd type="none" w="med" len="med"/>
                      <a:tailEnd type="none" w="med" len="med"/>
                    </a:lnB>
                  </a:tcPr>
                </a:tc>
                <a:tc>
                  <a:txBody>
                    <a:bodyPr/>
                    <a:lstStyle/>
                    <a:p>
                      <a:pPr algn="l" fontAlgn="b"/>
                      <a:endParaRPr lang="en-GB" sz="900" b="1"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ctr" fontAlgn="b"/>
                      <a:r>
                        <a:rPr lang="en-GB" sz="900" b="1" i="0" u="none" strike="noStrike">
                          <a:solidFill>
                            <a:srgbClr val="000000"/>
                          </a:solidFill>
                          <a:effectLst/>
                          <a:latin typeface="Calibri" panose="020F0502020204030204" pitchFamily="34" charset="0"/>
                        </a:rPr>
                        <a:t>K-Mile</a:t>
                      </a:r>
                    </a:p>
                  </a:txBody>
                  <a:tcPr marL="9525" marR="9525" marT="9525" marB="0" anchor="b">
                    <a:lnL>
                      <a:noFill/>
                    </a:lnL>
                    <a:lnR>
                      <a:noFill/>
                    </a:lnR>
                    <a:lnT>
                      <a:noFill/>
                    </a:lnT>
                    <a:lnB w="6350" cap="flat" cmpd="sng" algn="ctr">
                      <a:solidFill>
                        <a:srgbClr val="FFFFFF"/>
                      </a:solidFill>
                      <a:prstDash val="solid"/>
                      <a:round/>
                      <a:headEnd type="none" w="med" len="med"/>
                      <a:tailEnd type="none" w="med" len="med"/>
                    </a:lnB>
                  </a:tcPr>
                </a:tc>
                <a:tc>
                  <a:txBody>
                    <a:bodyPr/>
                    <a:lstStyle/>
                    <a:p>
                      <a:pPr algn="l" fontAlgn="b"/>
                      <a:endParaRPr lang="en-GB" sz="900" b="1"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ctr" fontAlgn="b"/>
                      <a:r>
                        <a:rPr lang="en-GB" sz="900" b="1" i="0" u="none" strike="noStrike">
                          <a:solidFill>
                            <a:srgbClr val="000000"/>
                          </a:solidFill>
                          <a:effectLst/>
                          <a:latin typeface="Calibri" panose="020F0502020204030204" pitchFamily="34" charset="0"/>
                        </a:rPr>
                        <a:t>RAG</a:t>
                      </a:r>
                    </a:p>
                  </a:txBody>
                  <a:tcPr marL="9525" marR="9525" marT="9525" marB="0" anchor="b">
                    <a:lnL>
                      <a:noFill/>
                    </a:lnL>
                    <a:lnR>
                      <a:noFill/>
                    </a:lnR>
                    <a:lnT>
                      <a:noFill/>
                    </a:lnT>
                    <a:lnB w="635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794518576"/>
                  </a:ext>
                </a:extLst>
              </a:tr>
              <a:tr h="152400">
                <a:tc>
                  <a:txBody>
                    <a:bodyPr/>
                    <a:lstStyle/>
                    <a:p>
                      <a:pPr algn="ctr" fontAlgn="b"/>
                      <a:r>
                        <a:rPr lang="en-GB" sz="900" b="1" i="0" u="none" strike="noStrike">
                          <a:solidFill>
                            <a:srgbClr val="FFFFFF"/>
                          </a:solidFill>
                          <a:effectLst/>
                          <a:latin typeface="Calibri" panose="020F0502020204030204" pitchFamily="34" charset="0"/>
                        </a:rPr>
                        <a:t>2,56,115</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23873"/>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ctr" fontAlgn="b"/>
                      <a:r>
                        <a:rPr lang="en-GB" sz="900" b="1" i="0" u="none" strike="noStrike">
                          <a:solidFill>
                            <a:srgbClr val="FFFFFF"/>
                          </a:solidFill>
                          <a:effectLst/>
                          <a:latin typeface="Calibri" panose="020F0502020204030204" pitchFamily="34" charset="0"/>
                        </a:rPr>
                        <a:t>237,0,140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D008C"/>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ctr" fontAlgn="b"/>
                      <a:r>
                        <a:rPr lang="en-GB" sz="900" b="1" i="0" u="none" strike="noStrike">
                          <a:solidFill>
                            <a:srgbClr val="FFFFFF"/>
                          </a:solidFill>
                          <a:effectLst/>
                          <a:latin typeface="Calibri" panose="020F0502020204030204" pitchFamily="34" charset="0"/>
                        </a:rPr>
                        <a:t>1,84,251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154FB"/>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ctr" fontAlgn="b"/>
                      <a:r>
                        <a:rPr lang="en-GB" sz="900" b="1" i="0" u="none" strike="noStrike">
                          <a:solidFill>
                            <a:srgbClr val="FFFFFF"/>
                          </a:solidFill>
                          <a:effectLst/>
                          <a:latin typeface="Calibri" panose="020F0502020204030204" pitchFamily="34" charset="0"/>
                        </a:rPr>
                        <a:t>198,60,60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63C3C"/>
                    </a:solidFill>
                  </a:tcPr>
                </a:tc>
                <a:extLst>
                  <a:ext uri="{0D108BD9-81ED-4DB2-BD59-A6C34878D82A}">
                    <a16:rowId xmlns:a16="http://schemas.microsoft.com/office/drawing/2014/main" val="2322496211"/>
                  </a:ext>
                </a:extLst>
              </a:tr>
              <a:tr h="152400">
                <a:tc>
                  <a:txBody>
                    <a:bodyPr/>
                    <a:lstStyle/>
                    <a:p>
                      <a:pPr algn="ctr" fontAlgn="b"/>
                      <a:r>
                        <a:rPr lang="en-GB" sz="900" b="1" i="0" u="none" strike="noStrike">
                          <a:solidFill>
                            <a:srgbClr val="FFFFFF"/>
                          </a:solidFill>
                          <a:effectLst/>
                          <a:latin typeface="Calibri" panose="020F0502020204030204" pitchFamily="34" charset="0"/>
                        </a:rPr>
                        <a:t>135,208,241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85CFF4"/>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ctr" fontAlgn="b"/>
                      <a:r>
                        <a:rPr lang="en-GB" sz="900" b="1" i="0" u="none" strike="noStrike">
                          <a:solidFill>
                            <a:srgbClr val="FFFFFF"/>
                          </a:solidFill>
                          <a:effectLst/>
                          <a:latin typeface="Calibri" panose="020F0502020204030204" pitchFamily="34" charset="0"/>
                        </a:rPr>
                        <a:t>27,147,210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93D2"/>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ctr" fontAlgn="b"/>
                      <a:r>
                        <a:rPr lang="en-GB" sz="900" b="1" i="0" u="none" strike="noStrike">
                          <a:solidFill>
                            <a:srgbClr val="000000"/>
                          </a:solidFill>
                          <a:effectLst/>
                          <a:latin typeface="Calibri" panose="020F0502020204030204" pitchFamily="34" charset="0"/>
                        </a:rPr>
                        <a:t>255,204,0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CC00"/>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ctr" fontAlgn="b"/>
                      <a:r>
                        <a:rPr lang="en-GB" sz="900" b="1" i="0" u="none" strike="noStrike">
                          <a:solidFill>
                            <a:srgbClr val="FFFFFF"/>
                          </a:solidFill>
                          <a:effectLst/>
                          <a:latin typeface="Calibri" panose="020F0502020204030204" pitchFamily="34" charset="0"/>
                        </a:rPr>
                        <a:t>254,134,12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E860C"/>
                    </a:solidFill>
                  </a:tcPr>
                </a:tc>
                <a:extLst>
                  <a:ext uri="{0D108BD9-81ED-4DB2-BD59-A6C34878D82A}">
                    <a16:rowId xmlns:a16="http://schemas.microsoft.com/office/drawing/2014/main" val="761789621"/>
                  </a:ext>
                </a:extLst>
              </a:tr>
              <a:tr h="152400">
                <a:tc>
                  <a:txBody>
                    <a:bodyPr/>
                    <a:lstStyle/>
                    <a:p>
                      <a:pPr algn="ctr" fontAlgn="b"/>
                      <a:r>
                        <a:rPr lang="en-GB" sz="900" b="1" i="0" u="none" strike="noStrike">
                          <a:solidFill>
                            <a:srgbClr val="FFFFFF"/>
                          </a:solidFill>
                          <a:effectLst/>
                          <a:latin typeface="Calibri" panose="020F0502020204030204" pitchFamily="34" charset="0"/>
                        </a:rPr>
                        <a:t>1,75,148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14B94"/>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ctr" fontAlgn="b"/>
                      <a:r>
                        <a:rPr lang="en-GB" sz="900" b="1" i="0" u="none" strike="noStrike">
                          <a:solidFill>
                            <a:srgbClr val="FFFFFF"/>
                          </a:solidFill>
                          <a:effectLst/>
                          <a:latin typeface="Calibri" panose="020F0502020204030204" pitchFamily="34" charset="0"/>
                        </a:rPr>
                        <a:t>22,140,204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68CCC"/>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a:noFill/>
                    </a:lnR>
                    <a:lnT>
                      <a:noFill/>
                    </a:lnT>
                    <a:lnB>
                      <a:noFill/>
                    </a:lnB>
                  </a:tcPr>
                </a:tc>
                <a:tc>
                  <a:txBody>
                    <a:bodyPr/>
                    <a:lstStyle/>
                    <a:p>
                      <a:pPr algn="ctr"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w="6350" cap="flat" cmpd="sng" algn="ctr">
                      <a:solidFill>
                        <a:srgbClr val="FFFFFF"/>
                      </a:solidFill>
                      <a:prstDash val="solid"/>
                      <a:round/>
                      <a:headEnd type="none" w="med" len="med"/>
                      <a:tailEnd type="none" w="med" len="med"/>
                    </a:lnR>
                    <a:lnT>
                      <a:noFill/>
                    </a:lnT>
                    <a:lnB>
                      <a:noFill/>
                    </a:lnB>
                  </a:tcPr>
                </a:tc>
                <a:tc>
                  <a:txBody>
                    <a:bodyPr/>
                    <a:lstStyle/>
                    <a:p>
                      <a:pPr algn="ctr" fontAlgn="b"/>
                      <a:r>
                        <a:rPr lang="en-GB" sz="900" b="1" i="0" u="none" strike="noStrike">
                          <a:solidFill>
                            <a:srgbClr val="FFFFFF"/>
                          </a:solidFill>
                          <a:effectLst/>
                          <a:latin typeface="Calibri" panose="020F0502020204030204" pitchFamily="34" charset="0"/>
                        </a:rPr>
                        <a:t>10,120,10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A780A"/>
                    </a:solidFill>
                  </a:tcPr>
                </a:tc>
                <a:extLst>
                  <a:ext uri="{0D108BD9-81ED-4DB2-BD59-A6C34878D82A}">
                    <a16:rowId xmlns:a16="http://schemas.microsoft.com/office/drawing/2014/main" val="140117668"/>
                  </a:ext>
                </a:extLst>
              </a:tr>
              <a:tr h="152400">
                <a:tc>
                  <a:txBody>
                    <a:bodyPr/>
                    <a:lstStyle/>
                    <a:p>
                      <a:pPr algn="ctr" fontAlgn="b"/>
                      <a:r>
                        <a:rPr lang="en-GB" sz="900" b="1" i="0" u="none" strike="noStrike" dirty="0">
                          <a:solidFill>
                            <a:srgbClr val="FFFFFF"/>
                          </a:solidFill>
                          <a:effectLst/>
                          <a:latin typeface="Calibri" panose="020F0502020204030204" pitchFamily="34" charset="0"/>
                        </a:rPr>
                        <a:t>75,172,198</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4BACC6"/>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ctr" fontAlgn="b"/>
                      <a:r>
                        <a:rPr lang="en-GB" sz="900" b="1" i="0" u="none" strike="noStrike">
                          <a:solidFill>
                            <a:srgbClr val="FFFFFF"/>
                          </a:solidFill>
                          <a:effectLst/>
                          <a:latin typeface="Calibri" panose="020F0502020204030204" pitchFamily="34" charset="0"/>
                        </a:rPr>
                        <a:t>0,128,189</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80BD"/>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a:noFill/>
                    </a:lnR>
                    <a:lnT>
                      <a:noFill/>
                    </a:lnT>
                    <a:lnB>
                      <a:noFill/>
                    </a:lnB>
                  </a:tcPr>
                </a:tc>
                <a:tc>
                  <a:txBody>
                    <a:bodyPr/>
                    <a:lstStyle/>
                    <a:p>
                      <a:pPr algn="ctr"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tcPr>
                </a:tc>
                <a:extLst>
                  <a:ext uri="{0D108BD9-81ED-4DB2-BD59-A6C34878D82A}">
                    <a16:rowId xmlns:a16="http://schemas.microsoft.com/office/drawing/2014/main" val="2393981906"/>
                  </a:ext>
                </a:extLst>
              </a:tr>
              <a:tr h="152400">
                <a:tc>
                  <a:txBody>
                    <a:bodyPr/>
                    <a:lstStyle/>
                    <a:p>
                      <a:pPr algn="ctr" fontAlgn="b"/>
                      <a:r>
                        <a:rPr lang="en-GB" sz="900" b="1" i="0" u="none" strike="noStrike">
                          <a:solidFill>
                            <a:srgbClr val="000000"/>
                          </a:solidFill>
                          <a:effectLst/>
                          <a:latin typeface="Calibri" panose="020F0502020204030204" pitchFamily="34" charset="0"/>
                        </a:rPr>
                        <a:t>223,231,242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DFE7F2"/>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ctr" fontAlgn="b"/>
                      <a:r>
                        <a:rPr lang="en-GB" sz="900" b="1" i="0" u="none" strike="noStrike">
                          <a:solidFill>
                            <a:srgbClr val="FFFFFF"/>
                          </a:solidFill>
                          <a:effectLst/>
                          <a:latin typeface="Calibri" panose="020F0502020204030204" pitchFamily="34" charset="0"/>
                        </a:rPr>
                        <a:t>138,68,147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8A4493"/>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a:noFill/>
                    </a:lnR>
                    <a:lnT>
                      <a:noFill/>
                    </a:lnT>
                    <a:lnB>
                      <a:noFill/>
                    </a:lnB>
                  </a:tcPr>
                </a:tc>
                <a:tc>
                  <a:txBody>
                    <a:bodyPr/>
                    <a:lstStyle/>
                    <a:p>
                      <a:pPr algn="ctr"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949156700"/>
                  </a:ext>
                </a:extLst>
              </a:tr>
              <a:tr h="152400">
                <a:tc>
                  <a:txBody>
                    <a:bodyPr/>
                    <a:lstStyle/>
                    <a:p>
                      <a:pPr algn="ctr" fontAlgn="b"/>
                      <a:r>
                        <a:rPr lang="en-GB" sz="900" b="1" i="0" u="none" strike="noStrike">
                          <a:solidFill>
                            <a:srgbClr val="000000"/>
                          </a:solidFill>
                          <a:effectLst/>
                          <a:latin typeface="Calibri" panose="020F0502020204030204" pitchFamily="34" charset="0"/>
                        </a:rPr>
                        <a:t>241,246,250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1F6FA"/>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ctr" fontAlgn="b"/>
                      <a:r>
                        <a:rPr lang="en-GB" sz="900" b="1" i="0" u="none" strike="noStrike">
                          <a:solidFill>
                            <a:srgbClr val="FFFFFF"/>
                          </a:solidFill>
                          <a:effectLst/>
                          <a:latin typeface="Calibri" panose="020F0502020204030204" pitchFamily="34" charset="0"/>
                        </a:rPr>
                        <a:t>26,171,173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AABAD"/>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a:noFill/>
                    </a:lnR>
                    <a:lnT>
                      <a:noFill/>
                    </a:lnT>
                    <a:lnB>
                      <a:noFill/>
                    </a:lnB>
                  </a:tcPr>
                </a:tc>
                <a:tc>
                  <a:txBody>
                    <a:bodyPr/>
                    <a:lstStyle/>
                    <a:p>
                      <a:pPr algn="ctr"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3535804912"/>
                  </a:ext>
                </a:extLst>
              </a:tr>
              <a:tr h="152400">
                <a:tc>
                  <a:txBody>
                    <a:bodyPr/>
                    <a:lstStyle/>
                    <a:p>
                      <a:pPr algn="ctr" fontAlgn="b"/>
                      <a:r>
                        <a:rPr lang="en-GB" sz="900" b="1" i="0" u="none" strike="noStrike">
                          <a:solidFill>
                            <a:srgbClr val="000000"/>
                          </a:solidFill>
                          <a:effectLst/>
                          <a:latin typeface="Calibri" panose="020F0502020204030204" pitchFamily="34" charset="0"/>
                        </a:rPr>
                        <a:t>191,191,191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BFBFBF"/>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ctr" fontAlgn="b"/>
                      <a:r>
                        <a:rPr lang="en-GB" sz="900" b="1" i="0" u="none" strike="noStrike">
                          <a:solidFill>
                            <a:srgbClr val="000000"/>
                          </a:solidFill>
                          <a:effectLst/>
                          <a:latin typeface="Calibri" panose="020F0502020204030204" pitchFamily="34" charset="0"/>
                        </a:rPr>
                        <a:t>236,236,236</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CECEC"/>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a:noFill/>
                    </a:lnR>
                    <a:lnT>
                      <a:noFill/>
                    </a:lnT>
                    <a:lnB>
                      <a:noFill/>
                    </a:lnB>
                  </a:tcPr>
                </a:tc>
                <a:tc>
                  <a:txBody>
                    <a:bodyPr/>
                    <a:lstStyle/>
                    <a:p>
                      <a:pPr algn="ctr"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3053951565"/>
                  </a:ext>
                </a:extLst>
              </a:tr>
              <a:tr h="152400">
                <a:tc>
                  <a:txBody>
                    <a:bodyPr/>
                    <a:lstStyle/>
                    <a:p>
                      <a:pPr algn="ctr" fontAlgn="b"/>
                      <a:r>
                        <a:rPr lang="en-GB" sz="900" b="1" i="0" u="none" strike="noStrike">
                          <a:solidFill>
                            <a:srgbClr val="FFFFFF"/>
                          </a:solidFill>
                          <a:effectLst/>
                          <a:latin typeface="Calibri" panose="020F0502020204030204" pitchFamily="34" charset="0"/>
                        </a:rPr>
                        <a:t>0,0,0</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0000"/>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ctr" fontAlgn="b"/>
                      <a:r>
                        <a:rPr lang="en-GB" sz="900" b="1" i="0" u="none" strike="noStrike">
                          <a:solidFill>
                            <a:srgbClr val="000000"/>
                          </a:solidFill>
                          <a:effectLst/>
                          <a:latin typeface="Calibri" panose="020F0502020204030204" pitchFamily="34" charset="0"/>
                        </a:rPr>
                        <a:t>255,208,4</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D004"/>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a:noFill/>
                    </a:lnR>
                    <a:lnT>
                      <a:noFill/>
                    </a:lnT>
                    <a:lnB>
                      <a:noFill/>
                    </a:lnB>
                  </a:tcPr>
                </a:tc>
                <a:tc>
                  <a:txBody>
                    <a:bodyPr/>
                    <a:lstStyle/>
                    <a:p>
                      <a:pPr algn="ctr"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479824355"/>
                  </a:ext>
                </a:extLst>
              </a:tr>
              <a:tr h="152400">
                <a:tc>
                  <a:txBody>
                    <a:bodyPr/>
                    <a:lstStyle/>
                    <a:p>
                      <a:pPr algn="ctr" fontAlgn="b"/>
                      <a:r>
                        <a:rPr lang="en-GB" sz="900" b="1" i="0" u="none" strike="noStrike">
                          <a:solidFill>
                            <a:srgbClr val="FFFFFF"/>
                          </a:solidFill>
                          <a:effectLst/>
                          <a:latin typeface="Calibri" panose="020F0502020204030204" pitchFamily="34" charset="0"/>
                        </a:rPr>
                        <a:t>43,43,42</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B2B2B"/>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a:noFill/>
                    </a:lnT>
                    <a:lnB>
                      <a:noFill/>
                    </a:lnB>
                  </a:tcPr>
                </a:tc>
                <a:tc>
                  <a:txBody>
                    <a:bodyPr/>
                    <a:lstStyle/>
                    <a:p>
                      <a:pPr algn="ctr" fontAlgn="b"/>
                      <a:r>
                        <a:rPr lang="en-GB" sz="900" b="1" i="0" u="none" strike="noStrike">
                          <a:solidFill>
                            <a:srgbClr val="FFFFFF"/>
                          </a:solidFill>
                          <a:effectLst/>
                          <a:latin typeface="Calibri" panose="020F0502020204030204" pitchFamily="34" charset="0"/>
                        </a:rPr>
                        <a:t>39,50,111</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27326F"/>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a:noFill/>
                    </a:lnR>
                    <a:lnT>
                      <a:noFill/>
                    </a:lnT>
                    <a:lnB>
                      <a:noFill/>
                    </a:lnB>
                  </a:tcPr>
                </a:tc>
                <a:tc>
                  <a:txBody>
                    <a:bodyPr/>
                    <a:lstStyle/>
                    <a:p>
                      <a:pPr algn="ctr"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560329370"/>
                  </a:ext>
                </a:extLst>
              </a:tr>
              <a:tr h="152400">
                <a:tc>
                  <a:txBody>
                    <a:bodyPr/>
                    <a:lstStyle/>
                    <a:p>
                      <a:pPr algn="ctr" fontAlgn="b"/>
                      <a:r>
                        <a:rPr lang="en-GB" sz="900" b="1" i="0" u="none" strike="noStrike">
                          <a:solidFill>
                            <a:srgbClr val="000000"/>
                          </a:solidFill>
                          <a:effectLst/>
                          <a:latin typeface="Calibri" panose="020F0502020204030204" pitchFamily="34" charset="0"/>
                        </a:rPr>
                        <a:t>199,233,253</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C7E9FD"/>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ctr"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3996534378"/>
                  </a:ext>
                </a:extLst>
              </a:tr>
              <a:tr h="152400">
                <a:tc>
                  <a:txBody>
                    <a:bodyPr/>
                    <a:lstStyle/>
                    <a:p>
                      <a:pPr algn="ctr" fontAlgn="b"/>
                      <a:r>
                        <a:rPr lang="en-GB" sz="900" b="1" i="0" u="none" strike="noStrike">
                          <a:solidFill>
                            <a:srgbClr val="FFFFFF"/>
                          </a:solidFill>
                          <a:effectLst/>
                          <a:latin typeface="Calibri" panose="020F0502020204030204" pitchFamily="34" charset="0"/>
                        </a:rPr>
                        <a:t>57,57,57</a:t>
                      </a:r>
                    </a:p>
                  </a:txBody>
                  <a:tcPr marL="9525" marR="9525" marT="9525" marB="0" anchor="b">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393939"/>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w="6350" cap="flat" cmpd="sng" algn="ctr">
                      <a:solidFill>
                        <a:srgbClr val="FFFFFF"/>
                      </a:solidFill>
                      <a:prstDash val="solid"/>
                      <a:round/>
                      <a:headEnd type="none" w="med" len="med"/>
                      <a:tailEnd type="none" w="med" len="med"/>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ctr"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2280957706"/>
                  </a:ext>
                </a:extLst>
              </a:tr>
              <a:tr h="152400">
                <a:tc>
                  <a:txBody>
                    <a:bodyPr/>
                    <a:lstStyle/>
                    <a:p>
                      <a:pPr algn="ctr" fontAlgn="b"/>
                      <a:r>
                        <a:rPr lang="en-GB" sz="900" b="1" i="0" u="none" strike="noStrike">
                          <a:solidFill>
                            <a:srgbClr val="FFFFFF"/>
                          </a:solidFill>
                          <a:effectLst/>
                          <a:latin typeface="Calibri" panose="020F0502020204030204" pitchFamily="34" charset="0"/>
                        </a:rPr>
                        <a:t>21,154,81</a:t>
                      </a:r>
                    </a:p>
                  </a:txBody>
                  <a:tcPr marL="9525" marR="9525" marT="9525" marB="0" anchor="b">
                    <a:lnL>
                      <a:noFill/>
                    </a:lnL>
                    <a:lnR>
                      <a:noFill/>
                    </a:lnR>
                    <a:lnT w="6350" cap="flat" cmpd="sng" algn="ctr">
                      <a:solidFill>
                        <a:srgbClr val="FFFFFF"/>
                      </a:solidFill>
                      <a:prstDash val="solid"/>
                      <a:round/>
                      <a:headEnd type="none" w="med" len="med"/>
                      <a:tailEnd type="none" w="med" len="med"/>
                    </a:lnT>
                    <a:lnB>
                      <a:noFill/>
                    </a:lnB>
                    <a:solidFill>
                      <a:srgbClr val="159A51"/>
                    </a:solidFill>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ctr"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ctr"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a:solidFill>
                          <a:srgbClr val="000000"/>
                        </a:solidFill>
                        <a:effectLst/>
                        <a:latin typeface="Calibri" panose="020F0502020204030204" pitchFamily="34" charset="0"/>
                      </a:endParaRPr>
                    </a:p>
                  </a:txBody>
                  <a:tcPr marL="9525" marR="9525" marT="9525" marB="0" anchor="b">
                    <a:lnL>
                      <a:noFill/>
                    </a:lnL>
                    <a:lnR>
                      <a:noFill/>
                    </a:lnR>
                    <a:lnT>
                      <a:noFill/>
                    </a:lnT>
                    <a:lnB>
                      <a:noFill/>
                    </a:lnB>
                  </a:tcPr>
                </a:tc>
                <a:tc>
                  <a:txBody>
                    <a:bodyPr/>
                    <a:lstStyle/>
                    <a:p>
                      <a:pPr algn="l" fontAlgn="b"/>
                      <a:endParaRPr lang="en-GB" sz="900" b="0" i="0" u="none" strike="noStrike" dirty="0">
                        <a:solidFill>
                          <a:srgbClr val="000000"/>
                        </a:solidFill>
                        <a:effectLst/>
                        <a:latin typeface="Calibri" panose="020F050202020403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824781078"/>
                  </a:ext>
                </a:extLst>
              </a:tr>
            </a:tbl>
          </a:graphicData>
        </a:graphic>
      </p:graphicFrame>
    </p:spTree>
    <p:extLst>
      <p:ext uri="{BB962C8B-B14F-4D97-AF65-F5344CB8AC3E}">
        <p14:creationId xmlns:p14="http://schemas.microsoft.com/office/powerpoint/2010/main" val="2107958036"/>
      </p:ext>
    </p:extLst>
  </p:cSld>
  <p:clrMapOvr>
    <a:masterClrMapping/>
  </p:clrMapOvr>
</p:sld>
</file>

<file path=ppt/theme/theme1.xml><?xml version="1.0" encoding="utf-8"?>
<a:theme xmlns:a="http://schemas.openxmlformats.org/drawingml/2006/main" name="ASL2003 ESG PPT Template">
  <a:themeElements>
    <a:clrScheme name="ASL Colours">
      <a:dk1>
        <a:sysClr val="windowText" lastClr="000000"/>
      </a:dk1>
      <a:lt1>
        <a:sysClr val="window" lastClr="FFFFFF"/>
      </a:lt1>
      <a:dk2>
        <a:srgbClr val="004B93"/>
      </a:dk2>
      <a:lt2>
        <a:srgbClr val="86D0F4"/>
      </a:lt2>
      <a:accent1>
        <a:srgbClr val="8DC04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832a8068-0c43-455b-9103-360a283c7946" xsi:nil="true"/>
    <lcf76f155ced4ddcb4097134ff3c332f xmlns="670bcf2c-f6ea-488e-9beb-2416b409f113">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37B409C71BCDC468FD2BC851E7F525F" ma:contentTypeVersion="14" ma:contentTypeDescription="Create a new document." ma:contentTypeScope="" ma:versionID="db852933caad1f4dd0c4b6e312020629">
  <xsd:schema xmlns:xsd="http://www.w3.org/2001/XMLSchema" xmlns:xs="http://www.w3.org/2001/XMLSchema" xmlns:p="http://schemas.microsoft.com/office/2006/metadata/properties" xmlns:ns2="670bcf2c-f6ea-488e-9beb-2416b409f113" xmlns:ns3="832a8068-0c43-455b-9103-360a283c7946" targetNamespace="http://schemas.microsoft.com/office/2006/metadata/properties" ma:root="true" ma:fieldsID="c4a4d02f8728eaab3352f16d40b6a9cb" ns2:_="" ns3:_="">
    <xsd:import namespace="670bcf2c-f6ea-488e-9beb-2416b409f113"/>
    <xsd:import namespace="832a8068-0c43-455b-9103-360a283c794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MediaServiceSearchPropertie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70bcf2c-f6ea-488e-9beb-2416b409f11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92d36b91-2dd5-4c4d-95da-fca67c68b902"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32a8068-0c43-455b-9103-360a283c794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f3bad03f-4fff-4cef-ad18-569b08a27788}" ma:internalName="TaxCatchAll" ma:showField="CatchAllData" ma:web="832a8068-0c43-455b-9103-360a283c794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A4A779B-F1FA-44BC-A0AA-31AFDC7674D3}">
  <ds:schemaRefs>
    <ds:schemaRef ds:uri="http://www.w3.org/XML/1998/namespace"/>
    <ds:schemaRef ds:uri="ddb4bb2a-4492-42ee-9ed9-79de7faa046b"/>
    <ds:schemaRef ds:uri="http://purl.org/dc/terms/"/>
    <ds:schemaRef ds:uri="http://purl.org/dc/dcmitype/"/>
    <ds:schemaRef ds:uri="http://purl.org/dc/elements/1.1/"/>
    <ds:schemaRef ds:uri="http://schemas.microsoft.com/office/infopath/2007/PartnerControls"/>
    <ds:schemaRef ds:uri="http://schemas.microsoft.com/office/2006/documentManagement/types"/>
    <ds:schemaRef ds:uri="http://schemas.openxmlformats.org/package/2006/metadata/core-properties"/>
    <ds:schemaRef ds:uri="http://schemas.microsoft.com/office/2006/metadata/properties"/>
  </ds:schemaRefs>
</ds:datastoreItem>
</file>

<file path=customXml/itemProps2.xml><?xml version="1.0" encoding="utf-8"?>
<ds:datastoreItem xmlns:ds="http://schemas.openxmlformats.org/officeDocument/2006/customXml" ds:itemID="{B75DFCBE-A612-4DFF-A853-B4A9EB2AFFC2}">
  <ds:schemaRefs>
    <ds:schemaRef ds:uri="http://schemas.microsoft.com/sharepoint/v3/contenttype/forms"/>
  </ds:schemaRefs>
</ds:datastoreItem>
</file>

<file path=customXml/itemProps3.xml><?xml version="1.0" encoding="utf-8"?>
<ds:datastoreItem xmlns:ds="http://schemas.openxmlformats.org/officeDocument/2006/customXml" ds:itemID="{DED1FC85-6C5A-4BA2-844E-16C098F64EBE}"/>
</file>

<file path=docProps/app.xml><?xml version="1.0" encoding="utf-8"?>
<Properties xmlns="http://schemas.openxmlformats.org/officeDocument/2006/extended-properties" xmlns:vt="http://schemas.openxmlformats.org/officeDocument/2006/docPropsVTypes">
  <TotalTime>13452</TotalTime>
  <Words>1005</Words>
  <Application>Microsoft Office PowerPoint</Application>
  <PresentationFormat>On-screen Show (16:9)</PresentationFormat>
  <Paragraphs>240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ASL2003 ESG PPT Template</vt:lpstr>
      <vt:lpstr>ASL Aviation Group</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ASL Aviation Holdings DAC</dc:title>
  <dc:creator>ASL</dc:creator>
  <cp:lastModifiedBy>Conor Myers</cp:lastModifiedBy>
  <cp:revision>224</cp:revision>
  <cp:lastPrinted>2021-04-15T11:26:39Z</cp:lastPrinted>
  <dcterms:created xsi:type="dcterms:W3CDTF">2021-01-21T13:09:18Z</dcterms:created>
  <dcterms:modified xsi:type="dcterms:W3CDTF">2022-08-05T09:54:24Z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0x010100F37B409C71BCDC468FD2BC851E7F525F</vt:lpwstr>
  </property>
  <property fmtid="{D5CDD505-2E9C-101B-9397-08002B2CF9AE}" pid="3" name="MediaServiceImageTags">
    <vt:lpwstr/>
  </property>
</Properties>
</file>